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4"/>
  </p:notesMasterIdLst>
  <p:sldIdLst>
    <p:sldId id="343" r:id="rId2"/>
    <p:sldId id="341" r:id="rId3"/>
    <p:sldId id="344" r:id="rId4"/>
    <p:sldId id="349" r:id="rId5"/>
    <p:sldId id="346" r:id="rId6"/>
    <p:sldId id="347" r:id="rId7"/>
    <p:sldId id="348" r:id="rId8"/>
    <p:sldId id="350" r:id="rId9"/>
    <p:sldId id="351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45" r:id="rId34"/>
    <p:sldId id="331" r:id="rId35"/>
    <p:sldId id="332" r:id="rId36"/>
    <p:sldId id="333" r:id="rId37"/>
    <p:sldId id="334" r:id="rId38"/>
    <p:sldId id="335" r:id="rId39"/>
    <p:sldId id="336" r:id="rId40"/>
    <p:sldId id="337" r:id="rId41"/>
    <p:sldId id="338" r:id="rId42"/>
    <p:sldId id="339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0903"/>
    <a:srgbClr val="5A06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056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notesMaster" Target="notesMasters/notesMaster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389F0-050E-428D-893C-0222E7760BC7}" type="datetimeFigureOut">
              <a:rPr lang="en-US" smtClean="0"/>
              <a:t>8/23/2023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2B36E4-DB5E-4F3D-8638-D4C5EA95C1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58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 /><Relationship Id="rId1" Type="http://schemas.openxmlformats.org/officeDocument/2006/relationships/notesMaster" Target="../notesMasters/notesMaster1.xml" 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 /><Relationship Id="rId1" Type="http://schemas.openxmlformats.org/officeDocument/2006/relationships/notesMaster" Target="../notesMasters/notesMaster1.xml" 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 /><Relationship Id="rId1" Type="http://schemas.openxmlformats.org/officeDocument/2006/relationships/notesMaster" Target="../notesMasters/notesMaster1.xml" 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 /><Relationship Id="rId1" Type="http://schemas.openxmlformats.org/officeDocument/2006/relationships/notesMaster" Target="../notesMasters/notesMaster1.xml" 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 /><Relationship Id="rId1" Type="http://schemas.openxmlformats.org/officeDocument/2006/relationships/notesMaster" Target="../notesMasters/notesMaster1.xml" 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 /><Relationship Id="rId1" Type="http://schemas.openxmlformats.org/officeDocument/2006/relationships/notesMaster" Target="../notesMasters/notesMaster1.xml" 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 /><Relationship Id="rId1" Type="http://schemas.openxmlformats.org/officeDocument/2006/relationships/notesMaster" Target="../notesMasters/notesMaster1.xml" 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9952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2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406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3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131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3869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39140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000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08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084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6000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10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262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11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0373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12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5435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13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0901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14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4650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15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3859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16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85750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17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69449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18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8124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19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8381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20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4708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21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1027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22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1996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23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99047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24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38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25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57370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26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3073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27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7187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28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0264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29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8308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30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91424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31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952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32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0215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33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74591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34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3671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35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9805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36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60704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37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97113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38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01936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39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1308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40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3707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41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690578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29D485C-7BA6-4B4A-8AEE-3CCDAFB04A14}" type="slidenum">
              <a:rPr lang="ar-SA">
                <a:solidFill>
                  <a:srgbClr val="000000"/>
                </a:solidFill>
              </a:rPr>
              <a:pPr>
                <a:defRPr/>
              </a:pPr>
              <a:t>42</a:t>
            </a:fld>
            <a:endParaRPr lang="en-US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8580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 userDrawn="1"/>
        </p:nvSpPr>
        <p:spPr bwMode="auto">
          <a:xfrm>
            <a:off x="1098551" y="1181100"/>
            <a:ext cx="7580313" cy="14859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5" name="Group 4"/>
          <p:cNvGrpSpPr>
            <a:grpSpLocks/>
          </p:cNvGrpSpPr>
          <p:nvPr userDrawn="1"/>
        </p:nvGrpSpPr>
        <p:grpSpPr bwMode="auto">
          <a:xfrm>
            <a:off x="0" y="68265"/>
            <a:ext cx="990600" cy="6713537"/>
            <a:chOff x="0" y="43"/>
            <a:chExt cx="624" cy="4229"/>
          </a:xfrm>
        </p:grpSpPr>
        <p:sp>
          <p:nvSpPr>
            <p:cNvPr id="6" name="Line 5"/>
            <p:cNvSpPr>
              <a:spLocks noChangeShapeType="1"/>
            </p:cNvSpPr>
            <p:nvPr userDrawn="1"/>
          </p:nvSpPr>
          <p:spPr bwMode="auto">
            <a:xfrm>
              <a:off x="0" y="4203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 userDrawn="1"/>
          </p:nvSpPr>
          <p:spPr bwMode="auto">
            <a:xfrm>
              <a:off x="0" y="4239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 userDrawn="1"/>
          </p:nvSpPr>
          <p:spPr bwMode="auto">
            <a:xfrm>
              <a:off x="0" y="4272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 userDrawn="1"/>
          </p:nvSpPr>
          <p:spPr bwMode="auto">
            <a:xfrm>
              <a:off x="0" y="4113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 userDrawn="1"/>
          </p:nvSpPr>
          <p:spPr bwMode="auto">
            <a:xfrm>
              <a:off x="0" y="4065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 userDrawn="1"/>
          </p:nvSpPr>
          <p:spPr bwMode="auto">
            <a:xfrm>
              <a:off x="0" y="4158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 userDrawn="1"/>
          </p:nvSpPr>
          <p:spPr bwMode="auto">
            <a:xfrm>
              <a:off x="0" y="3666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 userDrawn="1"/>
          </p:nvSpPr>
          <p:spPr bwMode="auto">
            <a:xfrm>
              <a:off x="0" y="3639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 userDrawn="1"/>
          </p:nvSpPr>
          <p:spPr bwMode="auto">
            <a:xfrm>
              <a:off x="0" y="4020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 userDrawn="1"/>
          </p:nvSpPr>
          <p:spPr bwMode="auto">
            <a:xfrm>
              <a:off x="0" y="3894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 userDrawn="1"/>
          </p:nvSpPr>
          <p:spPr bwMode="auto">
            <a:xfrm>
              <a:off x="0" y="3813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 userDrawn="1"/>
          </p:nvSpPr>
          <p:spPr bwMode="auto">
            <a:xfrm>
              <a:off x="0" y="3999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 userDrawn="1"/>
          </p:nvSpPr>
          <p:spPr bwMode="auto">
            <a:xfrm>
              <a:off x="0" y="3687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 userDrawn="1"/>
          </p:nvSpPr>
          <p:spPr bwMode="auto">
            <a:xfrm>
              <a:off x="0" y="3741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 userDrawn="1"/>
          </p:nvSpPr>
          <p:spPr bwMode="auto">
            <a:xfrm>
              <a:off x="0" y="3939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 userDrawn="1"/>
          </p:nvSpPr>
          <p:spPr bwMode="auto">
            <a:xfrm>
              <a:off x="0" y="3918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 userDrawn="1"/>
          </p:nvSpPr>
          <p:spPr bwMode="auto">
            <a:xfrm>
              <a:off x="0" y="3510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 userDrawn="1"/>
          </p:nvSpPr>
          <p:spPr bwMode="auto">
            <a:xfrm>
              <a:off x="0" y="3546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 userDrawn="1"/>
          </p:nvSpPr>
          <p:spPr bwMode="auto">
            <a:xfrm>
              <a:off x="0" y="3579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Line 24"/>
            <p:cNvSpPr>
              <a:spLocks noChangeShapeType="1"/>
            </p:cNvSpPr>
            <p:nvPr userDrawn="1"/>
          </p:nvSpPr>
          <p:spPr bwMode="auto">
            <a:xfrm>
              <a:off x="0" y="3420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Line 25"/>
            <p:cNvSpPr>
              <a:spLocks noChangeShapeType="1"/>
            </p:cNvSpPr>
            <p:nvPr userDrawn="1"/>
          </p:nvSpPr>
          <p:spPr bwMode="auto">
            <a:xfrm>
              <a:off x="0" y="3372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7" name="Line 26"/>
            <p:cNvSpPr>
              <a:spLocks noChangeShapeType="1"/>
            </p:cNvSpPr>
            <p:nvPr userDrawn="1"/>
          </p:nvSpPr>
          <p:spPr bwMode="auto">
            <a:xfrm>
              <a:off x="0" y="3465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 userDrawn="1"/>
          </p:nvSpPr>
          <p:spPr bwMode="auto">
            <a:xfrm>
              <a:off x="0" y="2973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" name="Line 28"/>
            <p:cNvSpPr>
              <a:spLocks noChangeShapeType="1"/>
            </p:cNvSpPr>
            <p:nvPr userDrawn="1"/>
          </p:nvSpPr>
          <p:spPr bwMode="auto">
            <a:xfrm>
              <a:off x="0" y="2946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0" name="Line 29"/>
            <p:cNvSpPr>
              <a:spLocks noChangeShapeType="1"/>
            </p:cNvSpPr>
            <p:nvPr userDrawn="1"/>
          </p:nvSpPr>
          <p:spPr bwMode="auto">
            <a:xfrm>
              <a:off x="0" y="3327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1" name="Line 30"/>
            <p:cNvSpPr>
              <a:spLocks noChangeShapeType="1"/>
            </p:cNvSpPr>
            <p:nvPr userDrawn="1"/>
          </p:nvSpPr>
          <p:spPr bwMode="auto">
            <a:xfrm>
              <a:off x="0" y="3201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" name="Line 31"/>
            <p:cNvSpPr>
              <a:spLocks noChangeShapeType="1"/>
            </p:cNvSpPr>
            <p:nvPr userDrawn="1"/>
          </p:nvSpPr>
          <p:spPr bwMode="auto">
            <a:xfrm>
              <a:off x="0" y="3120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3" name="Line 32"/>
            <p:cNvSpPr>
              <a:spLocks noChangeShapeType="1"/>
            </p:cNvSpPr>
            <p:nvPr userDrawn="1"/>
          </p:nvSpPr>
          <p:spPr bwMode="auto">
            <a:xfrm>
              <a:off x="0" y="3306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4" name="Line 33"/>
            <p:cNvSpPr>
              <a:spLocks noChangeShapeType="1"/>
            </p:cNvSpPr>
            <p:nvPr userDrawn="1"/>
          </p:nvSpPr>
          <p:spPr bwMode="auto">
            <a:xfrm>
              <a:off x="0" y="2994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5" name="Line 34"/>
            <p:cNvSpPr>
              <a:spLocks noChangeShapeType="1"/>
            </p:cNvSpPr>
            <p:nvPr userDrawn="1"/>
          </p:nvSpPr>
          <p:spPr bwMode="auto">
            <a:xfrm>
              <a:off x="0" y="3048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6" name="Line 35"/>
            <p:cNvSpPr>
              <a:spLocks noChangeShapeType="1"/>
            </p:cNvSpPr>
            <p:nvPr userDrawn="1"/>
          </p:nvSpPr>
          <p:spPr bwMode="auto">
            <a:xfrm>
              <a:off x="0" y="3246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7" name="Line 36"/>
            <p:cNvSpPr>
              <a:spLocks noChangeShapeType="1"/>
            </p:cNvSpPr>
            <p:nvPr userDrawn="1"/>
          </p:nvSpPr>
          <p:spPr bwMode="auto">
            <a:xfrm>
              <a:off x="0" y="3225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8" name="Line 37"/>
            <p:cNvSpPr>
              <a:spLocks noChangeShapeType="1"/>
            </p:cNvSpPr>
            <p:nvPr userDrawn="1"/>
          </p:nvSpPr>
          <p:spPr bwMode="auto">
            <a:xfrm>
              <a:off x="0" y="2831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" name="Line 38"/>
            <p:cNvSpPr>
              <a:spLocks noChangeShapeType="1"/>
            </p:cNvSpPr>
            <p:nvPr userDrawn="1"/>
          </p:nvSpPr>
          <p:spPr bwMode="auto">
            <a:xfrm>
              <a:off x="0" y="2750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0" name="Line 39"/>
            <p:cNvSpPr>
              <a:spLocks noChangeShapeType="1"/>
            </p:cNvSpPr>
            <p:nvPr userDrawn="1"/>
          </p:nvSpPr>
          <p:spPr bwMode="auto">
            <a:xfrm>
              <a:off x="0" y="2678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1" name="Line 40"/>
            <p:cNvSpPr>
              <a:spLocks noChangeShapeType="1"/>
            </p:cNvSpPr>
            <p:nvPr userDrawn="1"/>
          </p:nvSpPr>
          <p:spPr bwMode="auto">
            <a:xfrm>
              <a:off x="0" y="2876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2" name="Line 41"/>
            <p:cNvSpPr>
              <a:spLocks noChangeShapeType="1"/>
            </p:cNvSpPr>
            <p:nvPr userDrawn="1"/>
          </p:nvSpPr>
          <p:spPr bwMode="auto">
            <a:xfrm>
              <a:off x="0" y="2855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" name="Line 42"/>
            <p:cNvSpPr>
              <a:spLocks noChangeShapeType="1"/>
            </p:cNvSpPr>
            <p:nvPr userDrawn="1"/>
          </p:nvSpPr>
          <p:spPr bwMode="auto">
            <a:xfrm>
              <a:off x="0" y="2554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" name="Line 43"/>
            <p:cNvSpPr>
              <a:spLocks noChangeShapeType="1"/>
            </p:cNvSpPr>
            <p:nvPr userDrawn="1"/>
          </p:nvSpPr>
          <p:spPr bwMode="auto">
            <a:xfrm>
              <a:off x="0" y="2590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" name="Line 44"/>
            <p:cNvSpPr>
              <a:spLocks noChangeShapeType="1"/>
            </p:cNvSpPr>
            <p:nvPr userDrawn="1"/>
          </p:nvSpPr>
          <p:spPr bwMode="auto">
            <a:xfrm>
              <a:off x="0" y="2623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6" name="Line 45"/>
            <p:cNvSpPr>
              <a:spLocks noChangeShapeType="1"/>
            </p:cNvSpPr>
            <p:nvPr userDrawn="1"/>
          </p:nvSpPr>
          <p:spPr bwMode="auto">
            <a:xfrm>
              <a:off x="0" y="2464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" name="Line 46"/>
            <p:cNvSpPr>
              <a:spLocks noChangeShapeType="1"/>
            </p:cNvSpPr>
            <p:nvPr userDrawn="1"/>
          </p:nvSpPr>
          <p:spPr bwMode="auto">
            <a:xfrm>
              <a:off x="0" y="2416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8" name="Line 47"/>
            <p:cNvSpPr>
              <a:spLocks noChangeShapeType="1"/>
            </p:cNvSpPr>
            <p:nvPr userDrawn="1"/>
          </p:nvSpPr>
          <p:spPr bwMode="auto">
            <a:xfrm>
              <a:off x="0" y="2509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9" name="Line 48"/>
            <p:cNvSpPr>
              <a:spLocks noChangeShapeType="1"/>
            </p:cNvSpPr>
            <p:nvPr userDrawn="1"/>
          </p:nvSpPr>
          <p:spPr bwMode="auto">
            <a:xfrm>
              <a:off x="0" y="2371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" name="Line 49"/>
            <p:cNvSpPr>
              <a:spLocks noChangeShapeType="1"/>
            </p:cNvSpPr>
            <p:nvPr userDrawn="1"/>
          </p:nvSpPr>
          <p:spPr bwMode="auto">
            <a:xfrm>
              <a:off x="0" y="2245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1" name="Line 50"/>
            <p:cNvSpPr>
              <a:spLocks noChangeShapeType="1"/>
            </p:cNvSpPr>
            <p:nvPr userDrawn="1"/>
          </p:nvSpPr>
          <p:spPr bwMode="auto">
            <a:xfrm>
              <a:off x="0" y="2350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2" name="Line 51"/>
            <p:cNvSpPr>
              <a:spLocks noChangeShapeType="1"/>
            </p:cNvSpPr>
            <p:nvPr userDrawn="1"/>
          </p:nvSpPr>
          <p:spPr bwMode="auto">
            <a:xfrm>
              <a:off x="0" y="2290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3" name="Line 52"/>
            <p:cNvSpPr>
              <a:spLocks noChangeShapeType="1"/>
            </p:cNvSpPr>
            <p:nvPr userDrawn="1"/>
          </p:nvSpPr>
          <p:spPr bwMode="auto">
            <a:xfrm>
              <a:off x="0" y="2269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4" name="Line 53"/>
            <p:cNvSpPr>
              <a:spLocks noChangeShapeType="1"/>
            </p:cNvSpPr>
            <p:nvPr userDrawn="1"/>
          </p:nvSpPr>
          <p:spPr bwMode="auto">
            <a:xfrm>
              <a:off x="0" y="2130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5" name="Line 54"/>
            <p:cNvSpPr>
              <a:spLocks noChangeShapeType="1"/>
            </p:cNvSpPr>
            <p:nvPr userDrawn="1"/>
          </p:nvSpPr>
          <p:spPr bwMode="auto">
            <a:xfrm>
              <a:off x="0" y="2166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Line 55"/>
            <p:cNvSpPr>
              <a:spLocks noChangeShapeType="1"/>
            </p:cNvSpPr>
            <p:nvPr userDrawn="1"/>
          </p:nvSpPr>
          <p:spPr bwMode="auto">
            <a:xfrm>
              <a:off x="0" y="2199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7" name="Line 56"/>
            <p:cNvSpPr>
              <a:spLocks noChangeShapeType="1"/>
            </p:cNvSpPr>
            <p:nvPr userDrawn="1"/>
          </p:nvSpPr>
          <p:spPr bwMode="auto">
            <a:xfrm>
              <a:off x="0" y="2040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8" name="Line 57"/>
            <p:cNvSpPr>
              <a:spLocks noChangeShapeType="1"/>
            </p:cNvSpPr>
            <p:nvPr userDrawn="1"/>
          </p:nvSpPr>
          <p:spPr bwMode="auto">
            <a:xfrm>
              <a:off x="0" y="1992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9" name="Line 58"/>
            <p:cNvSpPr>
              <a:spLocks noChangeShapeType="1"/>
            </p:cNvSpPr>
            <p:nvPr userDrawn="1"/>
          </p:nvSpPr>
          <p:spPr bwMode="auto">
            <a:xfrm>
              <a:off x="0" y="2085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0" name="Line 59"/>
            <p:cNvSpPr>
              <a:spLocks noChangeShapeType="1"/>
            </p:cNvSpPr>
            <p:nvPr userDrawn="1"/>
          </p:nvSpPr>
          <p:spPr bwMode="auto">
            <a:xfrm>
              <a:off x="0" y="1593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" name="Line 60"/>
            <p:cNvSpPr>
              <a:spLocks noChangeShapeType="1"/>
            </p:cNvSpPr>
            <p:nvPr userDrawn="1"/>
          </p:nvSpPr>
          <p:spPr bwMode="auto">
            <a:xfrm>
              <a:off x="0" y="1566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" name="Line 61"/>
            <p:cNvSpPr>
              <a:spLocks noChangeShapeType="1"/>
            </p:cNvSpPr>
            <p:nvPr userDrawn="1"/>
          </p:nvSpPr>
          <p:spPr bwMode="auto">
            <a:xfrm>
              <a:off x="0" y="1947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" name="Line 62"/>
            <p:cNvSpPr>
              <a:spLocks noChangeShapeType="1"/>
            </p:cNvSpPr>
            <p:nvPr userDrawn="1"/>
          </p:nvSpPr>
          <p:spPr bwMode="auto">
            <a:xfrm>
              <a:off x="0" y="1821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4" name="Line 63"/>
            <p:cNvSpPr>
              <a:spLocks noChangeShapeType="1"/>
            </p:cNvSpPr>
            <p:nvPr userDrawn="1"/>
          </p:nvSpPr>
          <p:spPr bwMode="auto">
            <a:xfrm>
              <a:off x="0" y="1740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" name="Line 64"/>
            <p:cNvSpPr>
              <a:spLocks noChangeShapeType="1"/>
            </p:cNvSpPr>
            <p:nvPr userDrawn="1"/>
          </p:nvSpPr>
          <p:spPr bwMode="auto">
            <a:xfrm>
              <a:off x="0" y="1926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6" name="Line 65"/>
            <p:cNvSpPr>
              <a:spLocks noChangeShapeType="1"/>
            </p:cNvSpPr>
            <p:nvPr userDrawn="1"/>
          </p:nvSpPr>
          <p:spPr bwMode="auto">
            <a:xfrm>
              <a:off x="0" y="1614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7" name="Line 66"/>
            <p:cNvSpPr>
              <a:spLocks noChangeShapeType="1"/>
            </p:cNvSpPr>
            <p:nvPr userDrawn="1"/>
          </p:nvSpPr>
          <p:spPr bwMode="auto">
            <a:xfrm>
              <a:off x="0" y="1668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" name="Line 67"/>
            <p:cNvSpPr>
              <a:spLocks noChangeShapeType="1"/>
            </p:cNvSpPr>
            <p:nvPr userDrawn="1"/>
          </p:nvSpPr>
          <p:spPr bwMode="auto">
            <a:xfrm>
              <a:off x="0" y="1866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Line 68"/>
            <p:cNvSpPr>
              <a:spLocks noChangeShapeType="1"/>
            </p:cNvSpPr>
            <p:nvPr userDrawn="1"/>
          </p:nvSpPr>
          <p:spPr bwMode="auto">
            <a:xfrm>
              <a:off x="0" y="1845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Line 69"/>
            <p:cNvSpPr>
              <a:spLocks noChangeShapeType="1"/>
            </p:cNvSpPr>
            <p:nvPr userDrawn="1"/>
          </p:nvSpPr>
          <p:spPr bwMode="auto">
            <a:xfrm>
              <a:off x="0" y="1437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Line 70"/>
            <p:cNvSpPr>
              <a:spLocks noChangeShapeType="1"/>
            </p:cNvSpPr>
            <p:nvPr userDrawn="1"/>
          </p:nvSpPr>
          <p:spPr bwMode="auto">
            <a:xfrm>
              <a:off x="0" y="1473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Line 71"/>
            <p:cNvSpPr>
              <a:spLocks noChangeShapeType="1"/>
            </p:cNvSpPr>
            <p:nvPr userDrawn="1"/>
          </p:nvSpPr>
          <p:spPr bwMode="auto">
            <a:xfrm>
              <a:off x="0" y="1506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3" name="Line 72"/>
            <p:cNvSpPr>
              <a:spLocks noChangeShapeType="1"/>
            </p:cNvSpPr>
            <p:nvPr userDrawn="1"/>
          </p:nvSpPr>
          <p:spPr bwMode="auto">
            <a:xfrm>
              <a:off x="0" y="1347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Line 73"/>
            <p:cNvSpPr>
              <a:spLocks noChangeShapeType="1"/>
            </p:cNvSpPr>
            <p:nvPr userDrawn="1"/>
          </p:nvSpPr>
          <p:spPr bwMode="auto">
            <a:xfrm>
              <a:off x="0" y="1392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5" name="Line 74"/>
            <p:cNvSpPr>
              <a:spLocks noChangeShapeType="1"/>
            </p:cNvSpPr>
            <p:nvPr userDrawn="1"/>
          </p:nvSpPr>
          <p:spPr bwMode="auto">
            <a:xfrm>
              <a:off x="0" y="1016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Line 75"/>
            <p:cNvSpPr>
              <a:spLocks noChangeShapeType="1"/>
            </p:cNvSpPr>
            <p:nvPr userDrawn="1"/>
          </p:nvSpPr>
          <p:spPr bwMode="auto">
            <a:xfrm>
              <a:off x="0" y="989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7" name="Line 76"/>
            <p:cNvSpPr>
              <a:spLocks noChangeShapeType="1"/>
            </p:cNvSpPr>
            <p:nvPr userDrawn="1"/>
          </p:nvSpPr>
          <p:spPr bwMode="auto">
            <a:xfrm>
              <a:off x="0" y="1244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" name="Line 77"/>
            <p:cNvSpPr>
              <a:spLocks noChangeShapeType="1"/>
            </p:cNvSpPr>
            <p:nvPr userDrawn="1"/>
          </p:nvSpPr>
          <p:spPr bwMode="auto">
            <a:xfrm>
              <a:off x="0" y="1163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9" name="Line 78"/>
            <p:cNvSpPr>
              <a:spLocks noChangeShapeType="1"/>
            </p:cNvSpPr>
            <p:nvPr userDrawn="1"/>
          </p:nvSpPr>
          <p:spPr bwMode="auto">
            <a:xfrm>
              <a:off x="0" y="1037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0" name="Line 79"/>
            <p:cNvSpPr>
              <a:spLocks noChangeShapeType="1"/>
            </p:cNvSpPr>
            <p:nvPr userDrawn="1"/>
          </p:nvSpPr>
          <p:spPr bwMode="auto">
            <a:xfrm>
              <a:off x="0" y="1091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1" name="Line 80"/>
            <p:cNvSpPr>
              <a:spLocks noChangeShapeType="1"/>
            </p:cNvSpPr>
            <p:nvPr userDrawn="1"/>
          </p:nvSpPr>
          <p:spPr bwMode="auto">
            <a:xfrm>
              <a:off x="0" y="1289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Line 81"/>
            <p:cNvSpPr>
              <a:spLocks noChangeShapeType="1"/>
            </p:cNvSpPr>
            <p:nvPr userDrawn="1"/>
          </p:nvSpPr>
          <p:spPr bwMode="auto">
            <a:xfrm>
              <a:off x="0" y="1268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" name="Line 82"/>
            <p:cNvSpPr>
              <a:spLocks noChangeShapeType="1"/>
            </p:cNvSpPr>
            <p:nvPr userDrawn="1"/>
          </p:nvSpPr>
          <p:spPr bwMode="auto">
            <a:xfrm>
              <a:off x="0" y="860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Line 83"/>
            <p:cNvSpPr>
              <a:spLocks noChangeShapeType="1"/>
            </p:cNvSpPr>
            <p:nvPr userDrawn="1"/>
          </p:nvSpPr>
          <p:spPr bwMode="auto">
            <a:xfrm>
              <a:off x="0" y="896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5" name="Line 84"/>
            <p:cNvSpPr>
              <a:spLocks noChangeShapeType="1"/>
            </p:cNvSpPr>
            <p:nvPr userDrawn="1"/>
          </p:nvSpPr>
          <p:spPr bwMode="auto">
            <a:xfrm>
              <a:off x="0" y="929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6" name="Line 85"/>
            <p:cNvSpPr>
              <a:spLocks noChangeShapeType="1"/>
            </p:cNvSpPr>
            <p:nvPr userDrawn="1"/>
          </p:nvSpPr>
          <p:spPr bwMode="auto">
            <a:xfrm>
              <a:off x="0" y="770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7" name="Line 86"/>
            <p:cNvSpPr>
              <a:spLocks noChangeShapeType="1"/>
            </p:cNvSpPr>
            <p:nvPr userDrawn="1"/>
          </p:nvSpPr>
          <p:spPr bwMode="auto">
            <a:xfrm>
              <a:off x="0" y="815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8" name="Line 87"/>
            <p:cNvSpPr>
              <a:spLocks noChangeShapeType="1"/>
            </p:cNvSpPr>
            <p:nvPr userDrawn="1"/>
          </p:nvSpPr>
          <p:spPr bwMode="auto">
            <a:xfrm>
              <a:off x="0" y="718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9" name="Line 88"/>
            <p:cNvSpPr>
              <a:spLocks noChangeShapeType="1"/>
            </p:cNvSpPr>
            <p:nvPr userDrawn="1"/>
          </p:nvSpPr>
          <p:spPr bwMode="auto">
            <a:xfrm>
              <a:off x="0" y="646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Line 89"/>
            <p:cNvSpPr>
              <a:spLocks noChangeShapeType="1"/>
            </p:cNvSpPr>
            <p:nvPr userDrawn="1"/>
          </p:nvSpPr>
          <p:spPr bwMode="auto">
            <a:xfrm>
              <a:off x="0" y="522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1" name="Line 90"/>
            <p:cNvSpPr>
              <a:spLocks noChangeShapeType="1"/>
            </p:cNvSpPr>
            <p:nvPr userDrawn="1"/>
          </p:nvSpPr>
          <p:spPr bwMode="auto">
            <a:xfrm>
              <a:off x="0" y="558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2" name="Line 91"/>
            <p:cNvSpPr>
              <a:spLocks noChangeShapeType="1"/>
            </p:cNvSpPr>
            <p:nvPr userDrawn="1"/>
          </p:nvSpPr>
          <p:spPr bwMode="auto">
            <a:xfrm>
              <a:off x="0" y="591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3" name="Line 92"/>
            <p:cNvSpPr>
              <a:spLocks noChangeShapeType="1"/>
            </p:cNvSpPr>
            <p:nvPr userDrawn="1"/>
          </p:nvSpPr>
          <p:spPr bwMode="auto">
            <a:xfrm>
              <a:off x="0" y="432"/>
              <a:ext cx="624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4" name="Line 93"/>
            <p:cNvSpPr>
              <a:spLocks noChangeShapeType="1"/>
            </p:cNvSpPr>
            <p:nvPr userDrawn="1"/>
          </p:nvSpPr>
          <p:spPr bwMode="auto">
            <a:xfrm>
              <a:off x="0" y="384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5" name="Line 94"/>
            <p:cNvSpPr>
              <a:spLocks noChangeShapeType="1"/>
            </p:cNvSpPr>
            <p:nvPr userDrawn="1"/>
          </p:nvSpPr>
          <p:spPr bwMode="auto">
            <a:xfrm>
              <a:off x="0" y="477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6" name="Line 95"/>
            <p:cNvSpPr>
              <a:spLocks noChangeShapeType="1"/>
            </p:cNvSpPr>
            <p:nvPr userDrawn="1"/>
          </p:nvSpPr>
          <p:spPr bwMode="auto">
            <a:xfrm>
              <a:off x="0" y="339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7" name="Line 96"/>
            <p:cNvSpPr>
              <a:spLocks noChangeShapeType="1"/>
            </p:cNvSpPr>
            <p:nvPr userDrawn="1"/>
          </p:nvSpPr>
          <p:spPr bwMode="auto">
            <a:xfrm>
              <a:off x="0" y="318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Line 97"/>
            <p:cNvSpPr>
              <a:spLocks noChangeShapeType="1"/>
            </p:cNvSpPr>
            <p:nvPr userDrawn="1"/>
          </p:nvSpPr>
          <p:spPr bwMode="auto">
            <a:xfrm>
              <a:off x="0" y="258"/>
              <a:ext cx="624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9" name="Line 98"/>
            <p:cNvSpPr>
              <a:spLocks noChangeShapeType="1"/>
            </p:cNvSpPr>
            <p:nvPr userDrawn="1"/>
          </p:nvSpPr>
          <p:spPr bwMode="auto">
            <a:xfrm>
              <a:off x="0" y="70"/>
              <a:ext cx="624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0" name="Line 99"/>
            <p:cNvSpPr>
              <a:spLocks noChangeShapeType="1"/>
            </p:cNvSpPr>
            <p:nvPr userDrawn="1"/>
          </p:nvSpPr>
          <p:spPr bwMode="auto">
            <a:xfrm>
              <a:off x="0" y="43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1" name="Line 100"/>
            <p:cNvSpPr>
              <a:spLocks noChangeShapeType="1"/>
            </p:cNvSpPr>
            <p:nvPr userDrawn="1"/>
          </p:nvSpPr>
          <p:spPr bwMode="auto">
            <a:xfrm>
              <a:off x="0" y="91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2" name="Line 101"/>
            <p:cNvSpPr>
              <a:spLocks noChangeShapeType="1"/>
            </p:cNvSpPr>
            <p:nvPr userDrawn="1"/>
          </p:nvSpPr>
          <p:spPr bwMode="auto">
            <a:xfrm>
              <a:off x="0" y="145"/>
              <a:ext cx="624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" name="Line 102"/>
            <p:cNvSpPr>
              <a:spLocks noChangeShapeType="1"/>
            </p:cNvSpPr>
            <p:nvPr userDrawn="1"/>
          </p:nvSpPr>
          <p:spPr bwMode="auto">
            <a:xfrm>
              <a:off x="0" y="202"/>
              <a:ext cx="62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04" name="Rectangle 108"/>
          <p:cNvSpPr>
            <a:spLocks noChangeArrowheads="1"/>
          </p:cNvSpPr>
          <p:nvPr/>
        </p:nvSpPr>
        <p:spPr bwMode="auto">
          <a:xfrm>
            <a:off x="3017838" y="25146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" name="Rectangle 109"/>
          <p:cNvSpPr>
            <a:spLocks noChangeArrowheads="1"/>
          </p:cNvSpPr>
          <p:nvPr/>
        </p:nvSpPr>
        <p:spPr bwMode="auto">
          <a:xfrm>
            <a:off x="1098551" y="1258890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en-U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6" name="Picture 110" descr="Picture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0"/>
            <a:ext cx="88423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7466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9" y="1443040"/>
            <a:ext cx="7380287" cy="10128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27467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4" y="2693990"/>
            <a:ext cx="6662737" cy="2994025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67166440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animBg="1" autoUpdateAnimBg="0"/>
      <p:bldP spid="10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D4082-568F-4F7B-884D-0804146881C3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055877"/>
      </p:ext>
    </p:extLst>
  </p:cSld>
  <p:clrMapOvr>
    <a:masterClrMapping/>
  </p:clrMapOvr>
  <p:transition>
    <p:zoom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C4503-B48B-44B0-8F33-474D4E172EE4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3510296"/>
      </p:ext>
    </p:extLst>
  </p:cSld>
  <p:clrMapOvr>
    <a:masterClrMapping/>
  </p:clrMapOvr>
  <p:transition>
    <p:zoom dir="in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9626" y="2214563"/>
            <a:ext cx="3902075" cy="3881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4100" y="2214563"/>
            <a:ext cx="3903663" cy="38814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6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7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A5F2F-7B6C-4CAE-B532-72D8D8CF2CBF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77252"/>
      </p:ext>
    </p:extLst>
  </p:cSld>
  <p:clrMapOvr>
    <a:masterClrMapping/>
  </p:clrMapOvr>
  <p:transition>
    <p:zoom dir="in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8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9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94894-926E-4414-8753-6FCA44FDFC9C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142661"/>
      </p:ext>
    </p:extLst>
  </p:cSld>
  <p:clrMapOvr>
    <a:masterClrMapping/>
  </p:clrMapOvr>
  <p:transition>
    <p:zoom dir="in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4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5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82840-FC35-4E2C-ABBB-65D0C5AB80E3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337545"/>
      </p:ext>
    </p:extLst>
  </p:cSld>
  <p:clrMapOvr>
    <a:masterClrMapping/>
  </p:clrMapOvr>
  <p:transition>
    <p:zoom dir="in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3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4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6A2CB7-EAAC-4E9B-BD96-6C516290F0EE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6395085"/>
      </p:ext>
    </p:extLst>
  </p:cSld>
  <p:clrMapOvr>
    <a:masterClrMapping/>
  </p:clrMapOvr>
  <p:transition>
    <p:zoom dir="in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6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7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57C2D-39D8-4FF1-8DC0-1C3437ADBBD5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281214"/>
      </p:ext>
    </p:extLst>
  </p:cSld>
  <p:clrMapOvr>
    <a:masterClrMapping/>
  </p:clrMapOvr>
  <p:transition>
    <p:zoom dir="in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6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7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B0522-5C4A-49AE-B0C2-4A7EC65BD990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33023"/>
      </p:ext>
    </p:extLst>
  </p:cSld>
  <p:clrMapOvr>
    <a:masterClrMapping/>
  </p:clrMapOvr>
  <p:transition>
    <p:zoom dir="in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70C9A-7C21-46FA-92E9-0489137A65E7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6120058"/>
      </p:ext>
    </p:extLst>
  </p:cSld>
  <p:clrMapOvr>
    <a:masterClrMapping/>
  </p:clrMapOvr>
  <p:transition>
    <p:zoom dir="in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78625" y="609600"/>
            <a:ext cx="1989138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9626" y="609600"/>
            <a:ext cx="58166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C6F1C-9540-4387-952B-6D3CEA01CA76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7218164"/>
      </p:ext>
    </p:extLst>
  </p:cSld>
  <p:clrMapOvr>
    <a:masterClrMapping/>
  </p:clrMapOvr>
  <p:transition>
    <p:zoom dir="in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609600"/>
            <a:ext cx="73787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809626" y="2214563"/>
            <a:ext cx="7958138" cy="388143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6EFB4-16BE-4750-8DBE-DA053FB3D9B2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384182"/>
      </p:ext>
    </p:extLst>
  </p:cSld>
  <p:clrMapOvr>
    <a:masterClrMapping/>
  </p:clrMapOvr>
  <p:transition>
    <p:zoom dir="in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609600"/>
            <a:ext cx="73787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809626" y="2214563"/>
            <a:ext cx="7958138" cy="388143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089E0C-BC74-44EB-9699-A14176C694F8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707632"/>
      </p:ext>
    </p:extLst>
  </p:cSld>
  <p:clrMapOvr>
    <a:masterClrMapping/>
  </p:clrMapOvr>
  <p:transition>
    <p:zoom dir="in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09626" y="609600"/>
            <a:ext cx="7958138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4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5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2C5F1-8BA6-4AF1-BE71-804D0E13D1DF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857882"/>
      </p:ext>
    </p:extLst>
  </p:cSld>
  <p:clrMapOvr>
    <a:masterClrMapping/>
  </p:clrMapOvr>
  <p:transition>
    <p:zoom dir="in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1" y="609600"/>
            <a:ext cx="73787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809626" y="2214563"/>
            <a:ext cx="7958138" cy="388143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0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DB1689-A2D0-40CB-8F38-333D96ED54F4}" type="slidenum">
              <a:rPr lang="ar-SA">
                <a:solidFill>
                  <a:srgbClr val="DDDDDD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9500373"/>
      </p:ext>
    </p:extLst>
  </p:cSld>
  <p:clrMapOvr>
    <a:masterClrMapping/>
  </p:clrMapOvr>
  <p:transition>
    <p:zoom dir="in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6" Type="http://schemas.openxmlformats.org/officeDocument/2006/relationships/theme" Target="../theme/theme1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647700" cy="6858000"/>
            <a:chOff x="0" y="43"/>
            <a:chExt cx="5760" cy="4229"/>
          </a:xfrm>
        </p:grpSpPr>
        <p:sp>
          <p:nvSpPr>
            <p:cNvPr id="1038" name="Line 3"/>
            <p:cNvSpPr>
              <a:spLocks noChangeShapeType="1"/>
            </p:cNvSpPr>
            <p:nvPr userDrawn="1"/>
          </p:nvSpPr>
          <p:spPr bwMode="auto">
            <a:xfrm>
              <a:off x="0" y="4203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9" name="Line 4"/>
            <p:cNvSpPr>
              <a:spLocks noChangeShapeType="1"/>
            </p:cNvSpPr>
            <p:nvPr userDrawn="1"/>
          </p:nvSpPr>
          <p:spPr bwMode="auto">
            <a:xfrm>
              <a:off x="0" y="4239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0" name="Line 5"/>
            <p:cNvSpPr>
              <a:spLocks noChangeShapeType="1"/>
            </p:cNvSpPr>
            <p:nvPr userDrawn="1"/>
          </p:nvSpPr>
          <p:spPr bwMode="auto">
            <a:xfrm>
              <a:off x="0" y="4272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1" name="Line 6"/>
            <p:cNvSpPr>
              <a:spLocks noChangeShapeType="1"/>
            </p:cNvSpPr>
            <p:nvPr userDrawn="1"/>
          </p:nvSpPr>
          <p:spPr bwMode="auto">
            <a:xfrm>
              <a:off x="0" y="4113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2" name="Line 7"/>
            <p:cNvSpPr>
              <a:spLocks noChangeShapeType="1"/>
            </p:cNvSpPr>
            <p:nvPr userDrawn="1"/>
          </p:nvSpPr>
          <p:spPr bwMode="auto">
            <a:xfrm>
              <a:off x="0" y="4065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3" name="Line 8"/>
            <p:cNvSpPr>
              <a:spLocks noChangeShapeType="1"/>
            </p:cNvSpPr>
            <p:nvPr userDrawn="1"/>
          </p:nvSpPr>
          <p:spPr bwMode="auto">
            <a:xfrm>
              <a:off x="0" y="4158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4" name="Line 9"/>
            <p:cNvSpPr>
              <a:spLocks noChangeShapeType="1"/>
            </p:cNvSpPr>
            <p:nvPr userDrawn="1"/>
          </p:nvSpPr>
          <p:spPr bwMode="auto">
            <a:xfrm>
              <a:off x="0" y="366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5" name="Line 10"/>
            <p:cNvSpPr>
              <a:spLocks noChangeShapeType="1"/>
            </p:cNvSpPr>
            <p:nvPr userDrawn="1"/>
          </p:nvSpPr>
          <p:spPr bwMode="auto">
            <a:xfrm>
              <a:off x="0" y="3639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6" name="Line 11"/>
            <p:cNvSpPr>
              <a:spLocks noChangeShapeType="1"/>
            </p:cNvSpPr>
            <p:nvPr userDrawn="1"/>
          </p:nvSpPr>
          <p:spPr bwMode="auto">
            <a:xfrm>
              <a:off x="0" y="4020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7" name="Line 12"/>
            <p:cNvSpPr>
              <a:spLocks noChangeShapeType="1"/>
            </p:cNvSpPr>
            <p:nvPr userDrawn="1"/>
          </p:nvSpPr>
          <p:spPr bwMode="auto">
            <a:xfrm>
              <a:off x="0" y="3894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8" name="Line 13"/>
            <p:cNvSpPr>
              <a:spLocks noChangeShapeType="1"/>
            </p:cNvSpPr>
            <p:nvPr userDrawn="1"/>
          </p:nvSpPr>
          <p:spPr bwMode="auto">
            <a:xfrm>
              <a:off x="0" y="3813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9" name="Line 14"/>
            <p:cNvSpPr>
              <a:spLocks noChangeShapeType="1"/>
            </p:cNvSpPr>
            <p:nvPr userDrawn="1"/>
          </p:nvSpPr>
          <p:spPr bwMode="auto">
            <a:xfrm>
              <a:off x="0" y="3999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0" name="Line 15"/>
            <p:cNvSpPr>
              <a:spLocks noChangeShapeType="1"/>
            </p:cNvSpPr>
            <p:nvPr userDrawn="1"/>
          </p:nvSpPr>
          <p:spPr bwMode="auto">
            <a:xfrm>
              <a:off x="0" y="3687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1" name="Line 16"/>
            <p:cNvSpPr>
              <a:spLocks noChangeShapeType="1"/>
            </p:cNvSpPr>
            <p:nvPr userDrawn="1"/>
          </p:nvSpPr>
          <p:spPr bwMode="auto">
            <a:xfrm>
              <a:off x="0" y="3741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2" name="Line 17"/>
            <p:cNvSpPr>
              <a:spLocks noChangeShapeType="1"/>
            </p:cNvSpPr>
            <p:nvPr userDrawn="1"/>
          </p:nvSpPr>
          <p:spPr bwMode="auto">
            <a:xfrm>
              <a:off x="0" y="393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3" name="Line 18"/>
            <p:cNvSpPr>
              <a:spLocks noChangeShapeType="1"/>
            </p:cNvSpPr>
            <p:nvPr userDrawn="1"/>
          </p:nvSpPr>
          <p:spPr bwMode="auto">
            <a:xfrm>
              <a:off x="0" y="3918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4" name="Line 19"/>
            <p:cNvSpPr>
              <a:spLocks noChangeShapeType="1"/>
            </p:cNvSpPr>
            <p:nvPr userDrawn="1"/>
          </p:nvSpPr>
          <p:spPr bwMode="auto">
            <a:xfrm>
              <a:off x="0" y="351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5" name="Line 20"/>
            <p:cNvSpPr>
              <a:spLocks noChangeShapeType="1"/>
            </p:cNvSpPr>
            <p:nvPr userDrawn="1"/>
          </p:nvSpPr>
          <p:spPr bwMode="auto">
            <a:xfrm>
              <a:off x="0" y="354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6" name="Line 21"/>
            <p:cNvSpPr>
              <a:spLocks noChangeShapeType="1"/>
            </p:cNvSpPr>
            <p:nvPr userDrawn="1"/>
          </p:nvSpPr>
          <p:spPr bwMode="auto">
            <a:xfrm>
              <a:off x="0" y="357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7" name="Line 22"/>
            <p:cNvSpPr>
              <a:spLocks noChangeShapeType="1"/>
            </p:cNvSpPr>
            <p:nvPr userDrawn="1"/>
          </p:nvSpPr>
          <p:spPr bwMode="auto">
            <a:xfrm>
              <a:off x="0" y="3420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8" name="Line 23"/>
            <p:cNvSpPr>
              <a:spLocks noChangeShapeType="1"/>
            </p:cNvSpPr>
            <p:nvPr userDrawn="1"/>
          </p:nvSpPr>
          <p:spPr bwMode="auto">
            <a:xfrm>
              <a:off x="0" y="3372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59" name="Line 24"/>
            <p:cNvSpPr>
              <a:spLocks noChangeShapeType="1"/>
            </p:cNvSpPr>
            <p:nvPr userDrawn="1"/>
          </p:nvSpPr>
          <p:spPr bwMode="auto">
            <a:xfrm>
              <a:off x="0" y="3465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0" name="Line 25"/>
            <p:cNvSpPr>
              <a:spLocks noChangeShapeType="1"/>
            </p:cNvSpPr>
            <p:nvPr userDrawn="1"/>
          </p:nvSpPr>
          <p:spPr bwMode="auto">
            <a:xfrm>
              <a:off x="0" y="2973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1" name="Line 26"/>
            <p:cNvSpPr>
              <a:spLocks noChangeShapeType="1"/>
            </p:cNvSpPr>
            <p:nvPr userDrawn="1"/>
          </p:nvSpPr>
          <p:spPr bwMode="auto">
            <a:xfrm>
              <a:off x="0" y="294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2" name="Line 27"/>
            <p:cNvSpPr>
              <a:spLocks noChangeShapeType="1"/>
            </p:cNvSpPr>
            <p:nvPr userDrawn="1"/>
          </p:nvSpPr>
          <p:spPr bwMode="auto">
            <a:xfrm>
              <a:off x="0" y="3327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3" name="Line 28"/>
            <p:cNvSpPr>
              <a:spLocks noChangeShapeType="1"/>
            </p:cNvSpPr>
            <p:nvPr userDrawn="1"/>
          </p:nvSpPr>
          <p:spPr bwMode="auto">
            <a:xfrm>
              <a:off x="0" y="3201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4" name="Line 29"/>
            <p:cNvSpPr>
              <a:spLocks noChangeShapeType="1"/>
            </p:cNvSpPr>
            <p:nvPr userDrawn="1"/>
          </p:nvSpPr>
          <p:spPr bwMode="auto">
            <a:xfrm>
              <a:off x="0" y="3120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5" name="Line 30"/>
            <p:cNvSpPr>
              <a:spLocks noChangeShapeType="1"/>
            </p:cNvSpPr>
            <p:nvPr userDrawn="1"/>
          </p:nvSpPr>
          <p:spPr bwMode="auto">
            <a:xfrm>
              <a:off x="0" y="330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6" name="Line 31"/>
            <p:cNvSpPr>
              <a:spLocks noChangeShapeType="1"/>
            </p:cNvSpPr>
            <p:nvPr userDrawn="1"/>
          </p:nvSpPr>
          <p:spPr bwMode="auto">
            <a:xfrm>
              <a:off x="0" y="2994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7" name="Line 32"/>
            <p:cNvSpPr>
              <a:spLocks noChangeShapeType="1"/>
            </p:cNvSpPr>
            <p:nvPr userDrawn="1"/>
          </p:nvSpPr>
          <p:spPr bwMode="auto">
            <a:xfrm>
              <a:off x="0" y="304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8" name="Line 33"/>
            <p:cNvSpPr>
              <a:spLocks noChangeShapeType="1"/>
            </p:cNvSpPr>
            <p:nvPr userDrawn="1"/>
          </p:nvSpPr>
          <p:spPr bwMode="auto">
            <a:xfrm>
              <a:off x="0" y="324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69" name="Line 34"/>
            <p:cNvSpPr>
              <a:spLocks noChangeShapeType="1"/>
            </p:cNvSpPr>
            <p:nvPr userDrawn="1"/>
          </p:nvSpPr>
          <p:spPr bwMode="auto">
            <a:xfrm>
              <a:off x="0" y="3225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0" name="Line 35"/>
            <p:cNvSpPr>
              <a:spLocks noChangeShapeType="1"/>
            </p:cNvSpPr>
            <p:nvPr userDrawn="1"/>
          </p:nvSpPr>
          <p:spPr bwMode="auto">
            <a:xfrm>
              <a:off x="0" y="2831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1" name="Line 36"/>
            <p:cNvSpPr>
              <a:spLocks noChangeShapeType="1"/>
            </p:cNvSpPr>
            <p:nvPr userDrawn="1"/>
          </p:nvSpPr>
          <p:spPr bwMode="auto">
            <a:xfrm>
              <a:off x="0" y="2750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2" name="Line 37"/>
            <p:cNvSpPr>
              <a:spLocks noChangeShapeType="1"/>
            </p:cNvSpPr>
            <p:nvPr userDrawn="1"/>
          </p:nvSpPr>
          <p:spPr bwMode="auto">
            <a:xfrm>
              <a:off x="0" y="267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3" name="Line 38"/>
            <p:cNvSpPr>
              <a:spLocks noChangeShapeType="1"/>
            </p:cNvSpPr>
            <p:nvPr userDrawn="1"/>
          </p:nvSpPr>
          <p:spPr bwMode="auto">
            <a:xfrm>
              <a:off x="0" y="287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4" name="Line 39"/>
            <p:cNvSpPr>
              <a:spLocks noChangeShapeType="1"/>
            </p:cNvSpPr>
            <p:nvPr userDrawn="1"/>
          </p:nvSpPr>
          <p:spPr bwMode="auto">
            <a:xfrm>
              <a:off x="0" y="2855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5" name="Line 40"/>
            <p:cNvSpPr>
              <a:spLocks noChangeShapeType="1"/>
            </p:cNvSpPr>
            <p:nvPr userDrawn="1"/>
          </p:nvSpPr>
          <p:spPr bwMode="auto">
            <a:xfrm>
              <a:off x="0" y="2554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6" name="Line 41"/>
            <p:cNvSpPr>
              <a:spLocks noChangeShapeType="1"/>
            </p:cNvSpPr>
            <p:nvPr userDrawn="1"/>
          </p:nvSpPr>
          <p:spPr bwMode="auto">
            <a:xfrm>
              <a:off x="0" y="259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7" name="Line 42"/>
            <p:cNvSpPr>
              <a:spLocks noChangeShapeType="1"/>
            </p:cNvSpPr>
            <p:nvPr userDrawn="1"/>
          </p:nvSpPr>
          <p:spPr bwMode="auto">
            <a:xfrm>
              <a:off x="0" y="2623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8" name="Line 43"/>
            <p:cNvSpPr>
              <a:spLocks noChangeShapeType="1"/>
            </p:cNvSpPr>
            <p:nvPr userDrawn="1"/>
          </p:nvSpPr>
          <p:spPr bwMode="auto">
            <a:xfrm>
              <a:off x="0" y="2464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79" name="Line 44"/>
            <p:cNvSpPr>
              <a:spLocks noChangeShapeType="1"/>
            </p:cNvSpPr>
            <p:nvPr userDrawn="1"/>
          </p:nvSpPr>
          <p:spPr bwMode="auto">
            <a:xfrm>
              <a:off x="0" y="2416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0" name="Line 45"/>
            <p:cNvSpPr>
              <a:spLocks noChangeShapeType="1"/>
            </p:cNvSpPr>
            <p:nvPr userDrawn="1"/>
          </p:nvSpPr>
          <p:spPr bwMode="auto">
            <a:xfrm>
              <a:off x="0" y="250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1" name="Line 46"/>
            <p:cNvSpPr>
              <a:spLocks noChangeShapeType="1"/>
            </p:cNvSpPr>
            <p:nvPr userDrawn="1"/>
          </p:nvSpPr>
          <p:spPr bwMode="auto">
            <a:xfrm>
              <a:off x="0" y="2371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2" name="Line 47"/>
            <p:cNvSpPr>
              <a:spLocks noChangeShapeType="1"/>
            </p:cNvSpPr>
            <p:nvPr userDrawn="1"/>
          </p:nvSpPr>
          <p:spPr bwMode="auto">
            <a:xfrm>
              <a:off x="0" y="2245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3" name="Line 48"/>
            <p:cNvSpPr>
              <a:spLocks noChangeShapeType="1"/>
            </p:cNvSpPr>
            <p:nvPr userDrawn="1"/>
          </p:nvSpPr>
          <p:spPr bwMode="auto">
            <a:xfrm>
              <a:off x="0" y="235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4" name="Line 49"/>
            <p:cNvSpPr>
              <a:spLocks noChangeShapeType="1"/>
            </p:cNvSpPr>
            <p:nvPr userDrawn="1"/>
          </p:nvSpPr>
          <p:spPr bwMode="auto">
            <a:xfrm>
              <a:off x="0" y="2290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5" name="Line 50"/>
            <p:cNvSpPr>
              <a:spLocks noChangeShapeType="1"/>
            </p:cNvSpPr>
            <p:nvPr userDrawn="1"/>
          </p:nvSpPr>
          <p:spPr bwMode="auto">
            <a:xfrm>
              <a:off x="0" y="2269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6" name="Line 51"/>
            <p:cNvSpPr>
              <a:spLocks noChangeShapeType="1"/>
            </p:cNvSpPr>
            <p:nvPr userDrawn="1"/>
          </p:nvSpPr>
          <p:spPr bwMode="auto">
            <a:xfrm>
              <a:off x="0" y="213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7" name="Line 52"/>
            <p:cNvSpPr>
              <a:spLocks noChangeShapeType="1"/>
            </p:cNvSpPr>
            <p:nvPr userDrawn="1"/>
          </p:nvSpPr>
          <p:spPr bwMode="auto">
            <a:xfrm>
              <a:off x="0" y="216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8" name="Line 53"/>
            <p:cNvSpPr>
              <a:spLocks noChangeShapeType="1"/>
            </p:cNvSpPr>
            <p:nvPr userDrawn="1"/>
          </p:nvSpPr>
          <p:spPr bwMode="auto">
            <a:xfrm>
              <a:off x="0" y="219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89" name="Line 54"/>
            <p:cNvSpPr>
              <a:spLocks noChangeShapeType="1"/>
            </p:cNvSpPr>
            <p:nvPr userDrawn="1"/>
          </p:nvSpPr>
          <p:spPr bwMode="auto">
            <a:xfrm>
              <a:off x="0" y="2040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0" name="Line 55"/>
            <p:cNvSpPr>
              <a:spLocks noChangeShapeType="1"/>
            </p:cNvSpPr>
            <p:nvPr userDrawn="1"/>
          </p:nvSpPr>
          <p:spPr bwMode="auto">
            <a:xfrm>
              <a:off x="0" y="1992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1" name="Line 56"/>
            <p:cNvSpPr>
              <a:spLocks noChangeShapeType="1"/>
            </p:cNvSpPr>
            <p:nvPr userDrawn="1"/>
          </p:nvSpPr>
          <p:spPr bwMode="auto">
            <a:xfrm>
              <a:off x="0" y="2085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2" name="Line 57"/>
            <p:cNvSpPr>
              <a:spLocks noChangeShapeType="1"/>
            </p:cNvSpPr>
            <p:nvPr userDrawn="1"/>
          </p:nvSpPr>
          <p:spPr bwMode="auto">
            <a:xfrm>
              <a:off x="0" y="1593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3" name="Line 58"/>
            <p:cNvSpPr>
              <a:spLocks noChangeShapeType="1"/>
            </p:cNvSpPr>
            <p:nvPr userDrawn="1"/>
          </p:nvSpPr>
          <p:spPr bwMode="auto">
            <a:xfrm>
              <a:off x="0" y="156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4" name="Line 59"/>
            <p:cNvSpPr>
              <a:spLocks noChangeShapeType="1"/>
            </p:cNvSpPr>
            <p:nvPr userDrawn="1"/>
          </p:nvSpPr>
          <p:spPr bwMode="auto">
            <a:xfrm>
              <a:off x="0" y="1947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5" name="Line 60"/>
            <p:cNvSpPr>
              <a:spLocks noChangeShapeType="1"/>
            </p:cNvSpPr>
            <p:nvPr userDrawn="1"/>
          </p:nvSpPr>
          <p:spPr bwMode="auto">
            <a:xfrm>
              <a:off x="0" y="1821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6" name="Line 61"/>
            <p:cNvSpPr>
              <a:spLocks noChangeShapeType="1"/>
            </p:cNvSpPr>
            <p:nvPr userDrawn="1"/>
          </p:nvSpPr>
          <p:spPr bwMode="auto">
            <a:xfrm>
              <a:off x="0" y="1740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7" name="Line 62"/>
            <p:cNvSpPr>
              <a:spLocks noChangeShapeType="1"/>
            </p:cNvSpPr>
            <p:nvPr userDrawn="1"/>
          </p:nvSpPr>
          <p:spPr bwMode="auto">
            <a:xfrm>
              <a:off x="0" y="192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8" name="Line 63"/>
            <p:cNvSpPr>
              <a:spLocks noChangeShapeType="1"/>
            </p:cNvSpPr>
            <p:nvPr userDrawn="1"/>
          </p:nvSpPr>
          <p:spPr bwMode="auto">
            <a:xfrm>
              <a:off x="0" y="1614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99" name="Line 64"/>
            <p:cNvSpPr>
              <a:spLocks noChangeShapeType="1"/>
            </p:cNvSpPr>
            <p:nvPr userDrawn="1"/>
          </p:nvSpPr>
          <p:spPr bwMode="auto">
            <a:xfrm>
              <a:off x="0" y="166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0" name="Line 65"/>
            <p:cNvSpPr>
              <a:spLocks noChangeShapeType="1"/>
            </p:cNvSpPr>
            <p:nvPr userDrawn="1"/>
          </p:nvSpPr>
          <p:spPr bwMode="auto">
            <a:xfrm>
              <a:off x="0" y="186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1" name="Line 66"/>
            <p:cNvSpPr>
              <a:spLocks noChangeShapeType="1"/>
            </p:cNvSpPr>
            <p:nvPr userDrawn="1"/>
          </p:nvSpPr>
          <p:spPr bwMode="auto">
            <a:xfrm>
              <a:off x="0" y="1845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2" name="Line 67"/>
            <p:cNvSpPr>
              <a:spLocks noChangeShapeType="1"/>
            </p:cNvSpPr>
            <p:nvPr userDrawn="1"/>
          </p:nvSpPr>
          <p:spPr bwMode="auto">
            <a:xfrm>
              <a:off x="0" y="1437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3" name="Line 68"/>
            <p:cNvSpPr>
              <a:spLocks noChangeShapeType="1"/>
            </p:cNvSpPr>
            <p:nvPr userDrawn="1"/>
          </p:nvSpPr>
          <p:spPr bwMode="auto">
            <a:xfrm>
              <a:off x="0" y="1473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4" name="Line 69"/>
            <p:cNvSpPr>
              <a:spLocks noChangeShapeType="1"/>
            </p:cNvSpPr>
            <p:nvPr userDrawn="1"/>
          </p:nvSpPr>
          <p:spPr bwMode="auto">
            <a:xfrm>
              <a:off x="0" y="1506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5" name="Line 70"/>
            <p:cNvSpPr>
              <a:spLocks noChangeShapeType="1"/>
            </p:cNvSpPr>
            <p:nvPr userDrawn="1"/>
          </p:nvSpPr>
          <p:spPr bwMode="auto">
            <a:xfrm>
              <a:off x="0" y="1347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6" name="Line 71"/>
            <p:cNvSpPr>
              <a:spLocks noChangeShapeType="1"/>
            </p:cNvSpPr>
            <p:nvPr userDrawn="1"/>
          </p:nvSpPr>
          <p:spPr bwMode="auto">
            <a:xfrm>
              <a:off x="0" y="1392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7" name="Line 72"/>
            <p:cNvSpPr>
              <a:spLocks noChangeShapeType="1"/>
            </p:cNvSpPr>
            <p:nvPr userDrawn="1"/>
          </p:nvSpPr>
          <p:spPr bwMode="auto">
            <a:xfrm>
              <a:off x="0" y="1016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8" name="Line 73"/>
            <p:cNvSpPr>
              <a:spLocks noChangeShapeType="1"/>
            </p:cNvSpPr>
            <p:nvPr userDrawn="1"/>
          </p:nvSpPr>
          <p:spPr bwMode="auto">
            <a:xfrm>
              <a:off x="0" y="989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9" name="Line 74"/>
            <p:cNvSpPr>
              <a:spLocks noChangeShapeType="1"/>
            </p:cNvSpPr>
            <p:nvPr userDrawn="1"/>
          </p:nvSpPr>
          <p:spPr bwMode="auto">
            <a:xfrm>
              <a:off x="0" y="1244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0" name="Line 75"/>
            <p:cNvSpPr>
              <a:spLocks noChangeShapeType="1"/>
            </p:cNvSpPr>
            <p:nvPr userDrawn="1"/>
          </p:nvSpPr>
          <p:spPr bwMode="auto">
            <a:xfrm>
              <a:off x="0" y="1163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1" name="Line 76"/>
            <p:cNvSpPr>
              <a:spLocks noChangeShapeType="1"/>
            </p:cNvSpPr>
            <p:nvPr userDrawn="1"/>
          </p:nvSpPr>
          <p:spPr bwMode="auto">
            <a:xfrm>
              <a:off x="0" y="1037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2" name="Line 77"/>
            <p:cNvSpPr>
              <a:spLocks noChangeShapeType="1"/>
            </p:cNvSpPr>
            <p:nvPr userDrawn="1"/>
          </p:nvSpPr>
          <p:spPr bwMode="auto">
            <a:xfrm>
              <a:off x="0" y="1091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3" name="Line 78"/>
            <p:cNvSpPr>
              <a:spLocks noChangeShapeType="1"/>
            </p:cNvSpPr>
            <p:nvPr userDrawn="1"/>
          </p:nvSpPr>
          <p:spPr bwMode="auto">
            <a:xfrm>
              <a:off x="0" y="128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4" name="Line 79"/>
            <p:cNvSpPr>
              <a:spLocks noChangeShapeType="1"/>
            </p:cNvSpPr>
            <p:nvPr userDrawn="1"/>
          </p:nvSpPr>
          <p:spPr bwMode="auto">
            <a:xfrm>
              <a:off x="0" y="1268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5" name="Line 80"/>
            <p:cNvSpPr>
              <a:spLocks noChangeShapeType="1"/>
            </p:cNvSpPr>
            <p:nvPr userDrawn="1"/>
          </p:nvSpPr>
          <p:spPr bwMode="auto">
            <a:xfrm>
              <a:off x="0" y="86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6" name="Line 81"/>
            <p:cNvSpPr>
              <a:spLocks noChangeShapeType="1"/>
            </p:cNvSpPr>
            <p:nvPr userDrawn="1"/>
          </p:nvSpPr>
          <p:spPr bwMode="auto">
            <a:xfrm>
              <a:off x="0" y="896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7" name="Line 82"/>
            <p:cNvSpPr>
              <a:spLocks noChangeShapeType="1"/>
            </p:cNvSpPr>
            <p:nvPr userDrawn="1"/>
          </p:nvSpPr>
          <p:spPr bwMode="auto">
            <a:xfrm>
              <a:off x="0" y="92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8" name="Line 83"/>
            <p:cNvSpPr>
              <a:spLocks noChangeShapeType="1"/>
            </p:cNvSpPr>
            <p:nvPr userDrawn="1"/>
          </p:nvSpPr>
          <p:spPr bwMode="auto">
            <a:xfrm>
              <a:off x="0" y="770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9" name="Line 84"/>
            <p:cNvSpPr>
              <a:spLocks noChangeShapeType="1"/>
            </p:cNvSpPr>
            <p:nvPr userDrawn="1"/>
          </p:nvSpPr>
          <p:spPr bwMode="auto">
            <a:xfrm>
              <a:off x="0" y="815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0" name="Line 85"/>
            <p:cNvSpPr>
              <a:spLocks noChangeShapeType="1"/>
            </p:cNvSpPr>
            <p:nvPr userDrawn="1"/>
          </p:nvSpPr>
          <p:spPr bwMode="auto">
            <a:xfrm>
              <a:off x="0" y="718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1" name="Line 86"/>
            <p:cNvSpPr>
              <a:spLocks noChangeShapeType="1"/>
            </p:cNvSpPr>
            <p:nvPr userDrawn="1"/>
          </p:nvSpPr>
          <p:spPr bwMode="auto">
            <a:xfrm>
              <a:off x="0" y="646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2" name="Line 87"/>
            <p:cNvSpPr>
              <a:spLocks noChangeShapeType="1"/>
            </p:cNvSpPr>
            <p:nvPr userDrawn="1"/>
          </p:nvSpPr>
          <p:spPr bwMode="auto">
            <a:xfrm>
              <a:off x="0" y="522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3" name="Line 88"/>
            <p:cNvSpPr>
              <a:spLocks noChangeShapeType="1"/>
            </p:cNvSpPr>
            <p:nvPr userDrawn="1"/>
          </p:nvSpPr>
          <p:spPr bwMode="auto">
            <a:xfrm>
              <a:off x="0" y="558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4" name="Line 89"/>
            <p:cNvSpPr>
              <a:spLocks noChangeShapeType="1"/>
            </p:cNvSpPr>
            <p:nvPr userDrawn="1"/>
          </p:nvSpPr>
          <p:spPr bwMode="auto">
            <a:xfrm>
              <a:off x="0" y="591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5" name="Line 90"/>
            <p:cNvSpPr>
              <a:spLocks noChangeShapeType="1"/>
            </p:cNvSpPr>
            <p:nvPr userDrawn="1"/>
          </p:nvSpPr>
          <p:spPr bwMode="auto">
            <a:xfrm>
              <a:off x="0" y="432"/>
              <a:ext cx="57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6" name="Line 91"/>
            <p:cNvSpPr>
              <a:spLocks noChangeShapeType="1"/>
            </p:cNvSpPr>
            <p:nvPr userDrawn="1"/>
          </p:nvSpPr>
          <p:spPr bwMode="auto">
            <a:xfrm>
              <a:off x="0" y="384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7" name="Line 92"/>
            <p:cNvSpPr>
              <a:spLocks noChangeShapeType="1"/>
            </p:cNvSpPr>
            <p:nvPr userDrawn="1"/>
          </p:nvSpPr>
          <p:spPr bwMode="auto">
            <a:xfrm>
              <a:off x="0" y="477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8" name="Line 93"/>
            <p:cNvSpPr>
              <a:spLocks noChangeShapeType="1"/>
            </p:cNvSpPr>
            <p:nvPr userDrawn="1"/>
          </p:nvSpPr>
          <p:spPr bwMode="auto">
            <a:xfrm>
              <a:off x="0" y="339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29" name="Line 94"/>
            <p:cNvSpPr>
              <a:spLocks noChangeShapeType="1"/>
            </p:cNvSpPr>
            <p:nvPr userDrawn="1"/>
          </p:nvSpPr>
          <p:spPr bwMode="auto">
            <a:xfrm>
              <a:off x="0" y="318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0" name="Line 95"/>
            <p:cNvSpPr>
              <a:spLocks noChangeShapeType="1"/>
            </p:cNvSpPr>
            <p:nvPr userDrawn="1"/>
          </p:nvSpPr>
          <p:spPr bwMode="auto">
            <a:xfrm>
              <a:off x="0" y="258"/>
              <a:ext cx="5760" cy="0"/>
            </a:xfrm>
            <a:prstGeom prst="line">
              <a:avLst/>
            </a:prstGeom>
            <a:noFill/>
            <a:ln w="1905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1" name="Line 96"/>
            <p:cNvSpPr>
              <a:spLocks noChangeShapeType="1"/>
            </p:cNvSpPr>
            <p:nvPr userDrawn="1"/>
          </p:nvSpPr>
          <p:spPr bwMode="auto">
            <a:xfrm>
              <a:off x="0" y="70"/>
              <a:ext cx="5760" cy="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2" name="Line 97"/>
            <p:cNvSpPr>
              <a:spLocks noChangeShapeType="1"/>
            </p:cNvSpPr>
            <p:nvPr userDrawn="1"/>
          </p:nvSpPr>
          <p:spPr bwMode="auto">
            <a:xfrm>
              <a:off x="0" y="43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3" name="Line 98"/>
            <p:cNvSpPr>
              <a:spLocks noChangeShapeType="1"/>
            </p:cNvSpPr>
            <p:nvPr userDrawn="1"/>
          </p:nvSpPr>
          <p:spPr bwMode="auto">
            <a:xfrm>
              <a:off x="0" y="91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4" name="Line 99"/>
            <p:cNvSpPr>
              <a:spLocks noChangeShapeType="1"/>
            </p:cNvSpPr>
            <p:nvPr userDrawn="1"/>
          </p:nvSpPr>
          <p:spPr bwMode="auto">
            <a:xfrm>
              <a:off x="0" y="145"/>
              <a:ext cx="5760" cy="0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35" name="Line 100"/>
            <p:cNvSpPr>
              <a:spLocks noChangeShapeType="1"/>
            </p:cNvSpPr>
            <p:nvPr userDrawn="1"/>
          </p:nvSpPr>
          <p:spPr bwMode="auto">
            <a:xfrm>
              <a:off x="0" y="202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3600">
                <a:solidFill>
                  <a:srgbClr val="FFFFFF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027" name="Group 101"/>
          <p:cNvGrpSpPr>
            <a:grpSpLocks/>
          </p:cNvGrpSpPr>
          <p:nvPr/>
        </p:nvGrpSpPr>
        <p:grpSpPr bwMode="auto">
          <a:xfrm>
            <a:off x="635001" y="325438"/>
            <a:ext cx="8280400" cy="1782762"/>
            <a:chOff x="400" y="205"/>
            <a:chExt cx="5216" cy="1123"/>
          </a:xfrm>
        </p:grpSpPr>
        <p:sp>
          <p:nvSpPr>
            <p:cNvPr id="1034" name="Rectangle 102"/>
            <p:cNvSpPr>
              <a:spLocks noChangeArrowheads="1"/>
            </p:cNvSpPr>
            <p:nvPr userDrawn="1"/>
          </p:nvSpPr>
          <p:spPr bwMode="auto">
            <a:xfrm>
              <a:off x="557" y="205"/>
              <a:ext cx="313" cy="91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35" name="Rectangle 103"/>
            <p:cNvSpPr>
              <a:spLocks noChangeArrowheads="1"/>
            </p:cNvSpPr>
            <p:nvPr userDrawn="1"/>
          </p:nvSpPr>
          <p:spPr bwMode="auto">
            <a:xfrm>
              <a:off x="400" y="288"/>
              <a:ext cx="3567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36" name="Rectangle 104"/>
            <p:cNvSpPr>
              <a:spLocks noChangeArrowheads="1"/>
            </p:cNvSpPr>
            <p:nvPr userDrawn="1"/>
          </p:nvSpPr>
          <p:spPr bwMode="auto">
            <a:xfrm>
              <a:off x="4599" y="1115"/>
              <a:ext cx="929" cy="2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037" name="Rectangle 105"/>
            <p:cNvSpPr>
              <a:spLocks noChangeArrowheads="1"/>
            </p:cNvSpPr>
            <p:nvPr userDrawn="1"/>
          </p:nvSpPr>
          <p:spPr bwMode="auto">
            <a:xfrm>
              <a:off x="2049" y="1211"/>
              <a:ext cx="3567" cy="4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Arial" panose="020B0604020202020204" pitchFamily="34" charset="0"/>
                  <a:cs typeface="B Nazanin" panose="00000400000000000000" pitchFamily="2" charset="-7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FFFFFF"/>
                </a:solidFill>
              </a:endParaRPr>
            </a:p>
          </p:txBody>
        </p:sp>
      </p:grpSp>
      <p:sp>
        <p:nvSpPr>
          <p:cNvPr id="1028" name="Rectangle 106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9626" y="2214563"/>
            <a:ext cx="7958138" cy="3881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26443" name="Rectangle 10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solidFill>
                  <a:schemeClr val="folHlink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526444" name="Rectangle 10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smtClean="0">
                <a:solidFill>
                  <a:schemeClr val="folHlink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DDDDDD"/>
              </a:solidFill>
            </a:endParaRPr>
          </a:p>
        </p:txBody>
      </p:sp>
      <p:sp>
        <p:nvSpPr>
          <p:cNvPr id="526445" name="Rectangle 10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89714" y="6376988"/>
            <a:ext cx="2193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2000" smtClean="0">
                <a:solidFill>
                  <a:schemeClr val="folHlink"/>
                </a:solidFill>
                <a:latin typeface="+mn-lt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A0B3316-EB57-40B3-88AE-E5AF58F13F18}" type="slidenum">
              <a:rPr lang="ar-SA">
                <a:solidFill>
                  <a:srgbClr val="DDDDDD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1032" name="Rectangle 110"/>
          <p:cNvSpPr>
            <a:spLocks noGrp="1" noChangeArrowheads="1"/>
          </p:cNvSpPr>
          <p:nvPr>
            <p:ph type="title"/>
          </p:nvPr>
        </p:nvSpPr>
        <p:spPr bwMode="auto">
          <a:xfrm>
            <a:off x="1371601" y="609600"/>
            <a:ext cx="73787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33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pic>
        <p:nvPicPr>
          <p:cNvPr id="1033" name="Picture 111" descr="Picture1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0"/>
            <a:ext cx="884238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268317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</p:sldLayoutIdLst>
  <p:transition>
    <p:zoom dir="in"/>
  </p:transition>
  <p:hf hdr="0" ftr="0" dt="0"/>
  <p:txStyles>
    <p:titleStyle>
      <a:lvl1pPr algn="ctr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cs typeface="B Nazanin" panose="00000400000000000000" pitchFamily="2" charset="-78"/>
        </a:defRPr>
      </a:lvl2pPr>
      <a:lvl3pPr algn="ctr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cs typeface="B Nazanin" panose="00000400000000000000" pitchFamily="2" charset="-78"/>
        </a:defRPr>
      </a:lvl3pPr>
      <a:lvl4pPr algn="ctr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cs typeface="B Nazanin" panose="00000400000000000000" pitchFamily="2" charset="-78"/>
        </a:defRPr>
      </a:lvl4pPr>
      <a:lvl5pPr algn="ctr" rtl="1" eaLnBrk="0" fontAlgn="base" hangingPunct="0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cs typeface="B Nazanin" panose="00000400000000000000" pitchFamily="2" charset="-78"/>
        </a:defRPr>
      </a:lvl5pPr>
      <a:lvl6pPr marL="457200" algn="ctr" rtl="1" fontAlgn="base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cs typeface="B Nazanin" panose="00000400000000000000" pitchFamily="2" charset="-78"/>
        </a:defRPr>
      </a:lvl6pPr>
      <a:lvl7pPr marL="914400" algn="ctr" rtl="1" fontAlgn="base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cs typeface="B Nazanin" panose="00000400000000000000" pitchFamily="2" charset="-78"/>
        </a:defRPr>
      </a:lvl7pPr>
      <a:lvl8pPr marL="1371600" algn="ctr" rtl="1" fontAlgn="base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cs typeface="B Nazanin" panose="00000400000000000000" pitchFamily="2" charset="-78"/>
        </a:defRPr>
      </a:lvl8pPr>
      <a:lvl9pPr marL="1828800" algn="ctr" rtl="1" fontAlgn="base">
        <a:lnSpc>
          <a:spcPct val="85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imes New Roman" panose="02020603050405020304" pitchFamily="18" charset="0"/>
          <a:cs typeface="B Nazanin" panose="00000400000000000000" pitchFamily="2" charset="-78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w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28600" algn="r" rtl="1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l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228600" algn="r" rtl="1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650" indent="-228600" algn="r" rtl="1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1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2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3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4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5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6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7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8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9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40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41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42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1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r>
              <a:rPr lang="fa-IR" sz="2800" dirty="0">
                <a:cs typeface="B Badr" panose="00000400000000000000" pitchFamily="2" charset="-78"/>
              </a:rPr>
              <a:t>مقدمه</a:t>
            </a:r>
            <a:endParaRPr lang="en-US" sz="2800" dirty="0">
              <a:cs typeface="B Badr" panose="00000400000000000000" pitchFamily="2" charset="-78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07577" y="1622895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a-IR" sz="2400" dirty="0">
                <a:cs typeface="B Badr" panose="00000400000000000000" pitchFamily="2" charset="-78"/>
              </a:rPr>
              <a:t>نبود تناسب میان رشد جمعیت و افزایش بهره‌برداری از منابع محدود، نگرانی‌هایی را در تامین نیازهای غذایی افراد جوامع جهانی به وجود آورده است.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a-IR" sz="2400" dirty="0">
                <a:cs typeface="B Badr" panose="00000400000000000000" pitchFamily="2" charset="-78"/>
              </a:rPr>
              <a:t>از طرفی هم این نگرانی‌ها و نتایج آن از قبیل:</a:t>
            </a:r>
          </a:p>
          <a:p>
            <a:pPr marL="577850" indent="-228600" algn="just"/>
            <a:r>
              <a:rPr lang="fa-IR" sz="2400" dirty="0">
                <a:cs typeface="B Badr" panose="00000400000000000000" pitchFamily="2" charset="-78"/>
              </a:rPr>
              <a:t> فقر</a:t>
            </a:r>
          </a:p>
          <a:p>
            <a:pPr marL="577850" indent="-228600" algn="just"/>
            <a:r>
              <a:rPr lang="fa-IR" sz="2400" dirty="0">
                <a:cs typeface="B Badr" panose="00000400000000000000" pitchFamily="2" charset="-78"/>
              </a:rPr>
              <a:t> کاهش امنیت غذایی</a:t>
            </a:r>
          </a:p>
          <a:p>
            <a:pPr marL="577850" indent="-228600" algn="just"/>
            <a:r>
              <a:rPr lang="fa-IR" sz="2400" dirty="0">
                <a:cs typeface="B Badr" panose="00000400000000000000" pitchFamily="2" charset="-78"/>
              </a:rPr>
              <a:t> بحران‌های زیست محیطی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a-IR" sz="2400" dirty="0">
                <a:cs typeface="B Badr" panose="00000400000000000000" pitchFamily="2" charset="-78"/>
              </a:rPr>
              <a:t>موجب شده عرضه محصولات زراعتی، متاثر و محدود شود؛ تاجاییکه امروزه تامین غذا به یکی از مخاطرات جدی دولت‌ها تیدیل شده است.</a:t>
            </a: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376144301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2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r>
              <a:rPr lang="fa-IR" sz="2800" dirty="0"/>
              <a:t>ادامه</a:t>
            </a: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a-IR" sz="2400" dirty="0">
                <a:ea typeface="Calibri"/>
                <a:cs typeface="B Badr" panose="00000400000000000000" pitchFamily="2" charset="-78"/>
              </a:rPr>
              <a:t>عدم تغییر روش کار درکشورهای جهان سوم سبب وابستگی اقتصادی، اجتماعی، سیاسی و فرهنگی می‌گردد.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a-IR" sz="2400" b="1" dirty="0">
                <a:ea typeface="Calibri"/>
                <a:cs typeface="B Badr" panose="00000400000000000000" pitchFamily="2" charset="-78"/>
              </a:rPr>
              <a:t>راه حل‌ها: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a-IR" sz="2400" dirty="0">
                <a:ea typeface="Calibri"/>
                <a:cs typeface="B Badr" panose="00000400000000000000" pitchFamily="2" charset="-78"/>
              </a:rPr>
              <a:t>فراوانی محصولات زراعتی تابع (تحقیق، آموزش، سرمایه، تکنولوژی و کار ...) است.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a-IR" sz="2400" dirty="0">
                <a:ea typeface="Calibri"/>
                <a:cs typeface="B Badr" panose="00000400000000000000" pitchFamily="2" charset="-78"/>
              </a:rPr>
              <a:t>به همین اساس مواردی مانند: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a-IR" sz="2400" dirty="0">
                <a:ea typeface="Calibri"/>
                <a:cs typeface="B Badr" panose="00000400000000000000" pitchFamily="2" charset="-78"/>
              </a:rPr>
              <a:t> قیمت، منابع، تجارت، آموزش، ترویج و تحقیق، مالی و پولی و غیره محورهای مهم زراعت است که لازم به سیاست گذاری دارد.</a:t>
            </a:r>
            <a:endParaRPr lang="en-US" sz="2400" dirty="0">
              <a:cs typeface="B Badr" panose="00000400000000000000" pitchFamily="2" charset="-78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077794896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3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48118" y="484376"/>
            <a:ext cx="430306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r>
              <a:rPr lang="fa-IR" sz="2800" dirty="0">
                <a:cs typeface="B Badr" panose="00000400000000000000" pitchFamily="2" charset="-78"/>
              </a:rPr>
              <a:t>فلسفه وجودی سیاست گذاری زراعتی</a:t>
            </a:r>
            <a:endParaRPr lang="en-US" sz="2800" dirty="0">
              <a:cs typeface="B Badr" panose="00000400000000000000" pitchFamily="2" charset="-78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fa-IR" sz="2400" dirty="0">
                <a:ea typeface="Calibri"/>
                <a:cs typeface="B Zar"/>
              </a:rPr>
              <a:t>اشتغال</a:t>
            </a:r>
          </a:p>
          <a:p>
            <a:pPr>
              <a:lnSpc>
                <a:spcPct val="200000"/>
              </a:lnSpc>
            </a:pPr>
            <a:r>
              <a:rPr lang="fa-IR" sz="2400" dirty="0">
                <a:ea typeface="Calibri"/>
                <a:cs typeface="B Zar"/>
              </a:rPr>
              <a:t>تامین غذایی جامعه</a:t>
            </a:r>
          </a:p>
          <a:p>
            <a:pPr>
              <a:lnSpc>
                <a:spcPct val="200000"/>
              </a:lnSpc>
            </a:pPr>
            <a:r>
              <a:rPr lang="fa-IR" sz="2400" dirty="0">
                <a:ea typeface="Calibri"/>
                <a:cs typeface="B Zar"/>
              </a:rPr>
              <a:t>خود اتکایی به منظور استقلال غذایی </a:t>
            </a:r>
          </a:p>
          <a:p>
            <a:pPr>
              <a:lnSpc>
                <a:spcPct val="200000"/>
              </a:lnSpc>
            </a:pPr>
            <a:r>
              <a:rPr lang="fa-IR" sz="2400" dirty="0">
                <a:ea typeface="Calibri"/>
                <a:cs typeface="B Zar"/>
              </a:rPr>
              <a:t>توسعه پایدار زراعتی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854823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" name="Rectangle 1"/>
          <p:cNvSpPr/>
          <p:nvPr/>
        </p:nvSpPr>
        <p:spPr bwMode="auto">
          <a:xfrm>
            <a:off x="6051176" y="389965"/>
            <a:ext cx="874059" cy="1075763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a-IR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Badr" panose="00000400000000000000" pitchFamily="2" charset="-78"/>
              </a:rPr>
              <a:t>فصل</a:t>
            </a:r>
          </a:p>
          <a:p>
            <a:pPr marL="0" marR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a-IR" sz="3200" b="1" dirty="0">
                <a:latin typeface="Arial" panose="020B0604020202020204" pitchFamily="34" charset="0"/>
                <a:cs typeface="B Badr" panose="00000400000000000000" pitchFamily="2" charset="-78"/>
              </a:rPr>
              <a:t>1</a:t>
            </a:r>
            <a:endParaRPr kumimoji="0" 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B Badr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03420350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4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r>
              <a:rPr lang="fa-IR" sz="2800" b="0" dirty="0">
                <a:ea typeface="Calibri"/>
                <a:cs typeface="B Badr" panose="00000400000000000000" pitchFamily="2" charset="-78"/>
              </a:rPr>
              <a:t>ضرورت و اهمیت تعیین سیاست‌های زراعتی</a:t>
            </a:r>
            <a:endParaRPr lang="en-US" sz="2800" b="0" dirty="0">
              <a:cs typeface="B Badr" panose="00000400000000000000" pitchFamily="2" charset="-78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a-IR" sz="2400" dirty="0">
                <a:cs typeface="B Badr" panose="00000400000000000000" pitchFamily="2" charset="-78"/>
              </a:rPr>
              <a:t>مقادیر عرضه محصولات زراعتی بنا به عوامل متعدد قابل تغییر درحالیکه تقاضا محصولات زراعتی کشش ناپذیر می‌باشد،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a-IR" sz="2400" dirty="0">
                <a:ea typeface="Calibri"/>
                <a:cs typeface="B Badr" panose="00000400000000000000" pitchFamily="2" charset="-78"/>
              </a:rPr>
              <a:t>لذا، قیمت محصولات زراعتی تابع (مقادیر عرضه) آن می‌باشد.</a:t>
            </a:r>
            <a:endParaRPr lang="fa-IR" sz="2400" dirty="0">
              <a:cs typeface="B Badr" panose="00000400000000000000" pitchFamily="2" charset="-78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a-IR" sz="2400" dirty="0">
                <a:cs typeface="B Badr" panose="00000400000000000000" pitchFamily="2" charset="-78"/>
              </a:rPr>
              <a:t>دهاقین به لحاظ</a:t>
            </a:r>
            <a:r>
              <a:rPr lang="fa-IR" sz="2400" u="sng" dirty="0">
                <a:cs typeface="B Badr" panose="00000400000000000000" pitchFamily="2" charset="-78"/>
              </a:rPr>
              <a:t> فقدان قدرت مالی، انسجام تشکلی، افزایش تحرک و غیره </a:t>
            </a:r>
            <a:r>
              <a:rPr lang="fa-IR" sz="2400" dirty="0">
                <a:cs typeface="B Badr" panose="00000400000000000000" pitchFamily="2" charset="-78"/>
              </a:rPr>
              <a:t>در هنگام تغییر در قیمت‌های محصولات زراعتی، نمی‌توانند مقدار عرضه محصولات زراعتی را تنظیم و کنترل نمایند. که در نهایت بی ثباتی قیمت‌ها موجب می‌شود تا درآمد دهاقین کاهش یابد و روند توسعه سکتور زراعت به کندی به پیش برود.</a:t>
            </a: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7041916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5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r>
              <a:rPr lang="fa-IR" sz="2800" dirty="0">
                <a:cs typeface="B Badr" panose="00000400000000000000" pitchFamily="2" charset="-78"/>
              </a:rPr>
              <a:t>ادامه</a:t>
            </a:r>
            <a:endParaRPr lang="en-US" sz="2800" dirty="0">
              <a:cs typeface="B Badr" panose="00000400000000000000" pitchFamily="2" charset="-78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4129" y="1649789"/>
            <a:ext cx="8901953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a-IR" sz="2000" dirty="0"/>
              <a:t>لذا دولت با ایجاد </a:t>
            </a:r>
            <a:r>
              <a:rPr lang="fa-IR" sz="2000" u="sng" dirty="0"/>
              <a:t>سیاست‌های متوازن عرضه و تقاضا </a:t>
            </a:r>
            <a:r>
              <a:rPr lang="fa-IR" sz="2000" dirty="0"/>
              <a:t>در هنگام تغییرات قیمت می‌تواند:</a:t>
            </a:r>
          </a:p>
          <a:p>
            <a:pPr marL="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a-IR" sz="2000" dirty="0"/>
              <a:t>درآمد دهاقین را بهبود بخشیده و حقوق </a:t>
            </a:r>
            <a:r>
              <a:rPr lang="prs-AF" sz="2000" dirty="0"/>
              <a:t>مصرف کنندگان را محفوظ نماید</a:t>
            </a:r>
            <a:r>
              <a:rPr lang="fa-IR" sz="2000" dirty="0"/>
              <a:t>.</a:t>
            </a:r>
            <a:r>
              <a:rPr lang="prs-AF" sz="2000" dirty="0"/>
              <a:t> </a:t>
            </a:r>
            <a:endParaRPr lang="fa-IR" sz="2000" dirty="0"/>
          </a:p>
          <a:p>
            <a:pPr marL="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prs-AF" sz="2000" dirty="0"/>
              <a:t>تولید، تقاضا، قیمت پرداخت</a:t>
            </a:r>
            <a:r>
              <a:rPr lang="fa-IR" sz="2000" dirty="0"/>
              <a:t>‌</a:t>
            </a:r>
            <a:r>
              <a:rPr lang="prs-AF" sz="2000" dirty="0"/>
              <a:t>های مستقیم، واردات، اشتغال پایدار و غیره را تنظیم کند. </a:t>
            </a:r>
            <a:endParaRPr lang="fa-IR" sz="20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fa-IR" sz="2000" dirty="0"/>
              <a:t>که موارد فوق در نهایت سبب:</a:t>
            </a:r>
          </a:p>
          <a:p>
            <a:pPr marL="6318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rs-AF" sz="2000" dirty="0"/>
              <a:t>رشد پایدار</a:t>
            </a:r>
            <a:endParaRPr lang="fa-IR" sz="2000" dirty="0"/>
          </a:p>
          <a:p>
            <a:pPr marL="6318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rs-AF" sz="2000" dirty="0"/>
              <a:t>ثبات قیمت</a:t>
            </a:r>
            <a:r>
              <a:rPr lang="fa-IR" sz="2000" dirty="0"/>
              <a:t>‌ها</a:t>
            </a:r>
          </a:p>
          <a:p>
            <a:pPr marL="6318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rs-AF" sz="2000" dirty="0"/>
              <a:t>افزایش سرمایه گذارای</a:t>
            </a:r>
            <a:endParaRPr lang="fa-IR" sz="2000" dirty="0"/>
          </a:p>
          <a:p>
            <a:pPr marL="6318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rs-AF" sz="2000" dirty="0"/>
              <a:t>تامین رشد اقتصادی </a:t>
            </a:r>
            <a:endParaRPr lang="fa-IR" sz="20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fa-IR" sz="2000" dirty="0">
                <a:ea typeface="Calibri"/>
                <a:cs typeface="B Zar"/>
              </a:rPr>
              <a:t>بن</a:t>
            </a:r>
            <a:r>
              <a:rPr lang="prs-AF" sz="2000" dirty="0">
                <a:ea typeface="Calibri"/>
                <a:cs typeface="B Zar"/>
              </a:rPr>
              <a:t>ابرین  دولت با اعمال یک سلسله از </a:t>
            </a:r>
            <a:r>
              <a:rPr lang="prs-AF" sz="2000" dirty="0">
                <a:solidFill>
                  <a:srgbClr val="FF0000"/>
                </a:solidFill>
                <a:ea typeface="Calibri"/>
                <a:cs typeface="B Zar"/>
              </a:rPr>
              <a:t>سیاست گذاری </a:t>
            </a:r>
            <a:r>
              <a:rPr lang="prs-AF" sz="2000" dirty="0">
                <a:ea typeface="Calibri"/>
                <a:cs typeface="B Zar"/>
              </a:rPr>
              <a:t>ها می تواند برای توسعه جامعه موارد زیر  را  به </a:t>
            </a:r>
            <a:r>
              <a:rPr lang="prs-AF" sz="2000" dirty="0">
                <a:solidFill>
                  <a:srgbClr val="FF0000"/>
                </a:solidFill>
                <a:ea typeface="Calibri"/>
                <a:cs typeface="B Zar"/>
              </a:rPr>
              <a:t>دنبال داشته باشد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31309303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849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6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r>
              <a:rPr lang="fa-IR" sz="2800" dirty="0">
                <a:cs typeface="B Badr" panose="00000400000000000000" pitchFamily="2" charset="-78"/>
              </a:rPr>
              <a:t>1- </a:t>
            </a:r>
            <a:r>
              <a:rPr lang="prs-AF" sz="2800" dirty="0">
                <a:cs typeface="B Badr" panose="00000400000000000000" pitchFamily="2" charset="-78"/>
              </a:rPr>
              <a:t>اهمیت غذا و توجه به جمعیت جامعه</a:t>
            </a:r>
            <a:endParaRPr lang="en-US" sz="2800" dirty="0">
              <a:cs typeface="B Badr" panose="00000400000000000000" pitchFamily="2" charset="-78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5153" y="1690130"/>
            <a:ext cx="8646459" cy="4589646"/>
          </a:xfrm>
        </p:spPr>
        <p:txBody>
          <a:bodyPr/>
          <a:lstStyle/>
          <a:p>
            <a:pPr marL="0" lvl="0" indent="0" eaLnBrk="1" fontAlgn="auto" hangingPunct="1">
              <a:spcAft>
                <a:spcPts val="0"/>
              </a:spcAft>
              <a:buClrTx/>
              <a:buNone/>
            </a:pPr>
            <a:r>
              <a:rPr lang="fa-IR" sz="2200" dirty="0">
                <a:latin typeface="Calibri"/>
                <a:ea typeface="Calibri"/>
                <a:cs typeface="B Badr" panose="00000400000000000000" pitchFamily="2" charset="-78"/>
              </a:rPr>
              <a:t>منابع تولید </a:t>
            </a: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محصولات زراعت از قبیل</a:t>
            </a:r>
            <a:endParaRPr lang="fa-IR" sz="2200" dirty="0">
              <a:latin typeface="Calibri"/>
              <a:ea typeface="Calibri"/>
              <a:cs typeface="B Badr" panose="00000400000000000000" pitchFamily="2" charset="-78"/>
            </a:endParaRPr>
          </a:p>
          <a:p>
            <a:pPr marL="577850" lvl="0" eaLnBrk="1" fontAlgn="auto" hangingPunct="1">
              <a:spcAft>
                <a:spcPts val="0"/>
              </a:spcAft>
              <a:buClrTx/>
              <a:buFont typeface="Wingdings" panose="05000000000000000000" pitchFamily="2" charset="2"/>
              <a:buChar char="§"/>
            </a:pP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زمین</a:t>
            </a:r>
            <a:endParaRPr lang="fa-IR" sz="2200" dirty="0">
              <a:latin typeface="Calibri"/>
              <a:ea typeface="Calibri"/>
              <a:cs typeface="B Badr" panose="00000400000000000000" pitchFamily="2" charset="-78"/>
            </a:endParaRPr>
          </a:p>
          <a:p>
            <a:pPr marL="577850" lvl="0" eaLnBrk="1" fontAlgn="auto" hangingPunct="1">
              <a:spcAft>
                <a:spcPts val="0"/>
              </a:spcAft>
              <a:buClrTx/>
              <a:buFont typeface="Wingdings" panose="05000000000000000000" pitchFamily="2" charset="2"/>
              <a:buChar char="§"/>
            </a:pP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نیروی انسانی</a:t>
            </a:r>
            <a:endParaRPr lang="fa-IR" sz="2200" dirty="0">
              <a:latin typeface="Calibri"/>
              <a:ea typeface="Calibri"/>
              <a:cs typeface="B Badr" panose="00000400000000000000" pitchFamily="2" charset="-78"/>
            </a:endParaRPr>
          </a:p>
          <a:p>
            <a:pPr marL="577850" lvl="0" eaLnBrk="1" fontAlgn="auto" hangingPunct="1">
              <a:spcAft>
                <a:spcPts val="0"/>
              </a:spcAft>
              <a:buClrTx/>
              <a:buFont typeface="Wingdings" panose="05000000000000000000" pitchFamily="2" charset="2"/>
              <a:buChar char="§"/>
            </a:pP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مواد اولی</a:t>
            </a:r>
            <a:r>
              <a:rPr lang="fa-IR" sz="2200" dirty="0">
                <a:latin typeface="Calibri"/>
                <a:ea typeface="Calibri"/>
                <a:cs typeface="B Badr" panose="00000400000000000000" pitchFamily="2" charset="-78"/>
              </a:rPr>
              <a:t>ه</a:t>
            </a:r>
          </a:p>
          <a:p>
            <a:pPr marL="577850" lvl="0" eaLnBrk="1" fontAlgn="auto" hangingPunct="1">
              <a:spcAft>
                <a:spcPts val="0"/>
              </a:spcAft>
              <a:buClrTx/>
              <a:buFont typeface="Wingdings" panose="05000000000000000000" pitchFamily="2" charset="2"/>
              <a:buChar char="§"/>
            </a:pPr>
            <a:r>
              <a:rPr lang="fa-IR" sz="2200" dirty="0">
                <a:latin typeface="Calibri"/>
                <a:ea typeface="Calibri"/>
                <a:cs typeface="B Badr" panose="00000400000000000000" pitchFamily="2" charset="-78"/>
              </a:rPr>
              <a:t>و </a:t>
            </a: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 اعتبارات محدود است</a:t>
            </a:r>
            <a:r>
              <a:rPr lang="fa-IR" sz="2200" dirty="0">
                <a:latin typeface="Calibri"/>
                <a:ea typeface="Calibri"/>
                <a:cs typeface="B Badr" panose="00000400000000000000" pitchFamily="2" charset="-78"/>
              </a:rPr>
              <a:t>.</a:t>
            </a:r>
          </a:p>
          <a:p>
            <a:pPr marL="0" lvl="0" indent="0" eaLnBrk="1" fontAlgn="auto" hangingPunct="1">
              <a:lnSpc>
                <a:spcPct val="150000"/>
              </a:lnSpc>
              <a:spcAft>
                <a:spcPts val="0"/>
              </a:spcAft>
              <a:buClrTx/>
              <a:buNone/>
            </a:pPr>
            <a:r>
              <a:rPr lang="prs-AF" sz="2200" b="1" dirty="0">
                <a:latin typeface="Calibri"/>
                <a:ea typeface="Calibri"/>
                <a:cs typeface="B Badr" panose="00000400000000000000" pitchFamily="2" charset="-78"/>
              </a:rPr>
              <a:t>رقابت هایی نیز به طور سالم و نا سالم</a:t>
            </a:r>
            <a:r>
              <a:rPr lang="fa-IR" sz="2200" b="1" dirty="0">
                <a:latin typeface="Calibri"/>
                <a:ea typeface="Calibri"/>
                <a:cs typeface="B Badr" panose="00000400000000000000" pitchFamily="2" charset="-78"/>
              </a:rPr>
              <a:t> برای استفاده از عوامل تولید وجود دارد.</a:t>
            </a:r>
            <a:r>
              <a:rPr lang="prs-AF" sz="2200" b="1" dirty="0">
                <a:latin typeface="Calibri"/>
                <a:ea typeface="Calibri"/>
                <a:cs typeface="B Badr" panose="00000400000000000000" pitchFamily="2" charset="-78"/>
              </a:rPr>
              <a:t> </a:t>
            </a:r>
            <a:endParaRPr lang="fa-IR" sz="2200" b="1" dirty="0">
              <a:latin typeface="Calibri"/>
              <a:ea typeface="Calibri"/>
              <a:cs typeface="B Badr" panose="00000400000000000000" pitchFamily="2" charset="-78"/>
            </a:endParaRPr>
          </a:p>
          <a:p>
            <a:pPr marL="0" lvl="0" indent="0" eaLnBrk="1" fontAlgn="auto" hangingPunct="1">
              <a:lnSpc>
                <a:spcPct val="150000"/>
              </a:lnSpc>
              <a:spcAft>
                <a:spcPts val="0"/>
              </a:spcAft>
              <a:buClrTx/>
              <a:buNone/>
            </a:pP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دولت با اعمال </a:t>
            </a:r>
            <a:r>
              <a:rPr lang="fa-IR" sz="2200" dirty="0">
                <a:latin typeface="Calibri"/>
                <a:ea typeface="Calibri"/>
                <a:cs typeface="B Badr" panose="00000400000000000000" pitchFamily="2" charset="-78"/>
              </a:rPr>
              <a:t>یک </a:t>
            </a: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سلسله از سیاست</a:t>
            </a:r>
            <a:r>
              <a:rPr lang="fa-IR" sz="2200" dirty="0">
                <a:latin typeface="Calibri"/>
                <a:ea typeface="Calibri"/>
                <a:cs typeface="B Badr" panose="00000400000000000000" pitchFamily="2" charset="-78"/>
              </a:rPr>
              <a:t>‌</a:t>
            </a: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ها می</a:t>
            </a:r>
            <a:r>
              <a:rPr lang="fa-IR" sz="2200" dirty="0">
                <a:latin typeface="Calibri"/>
                <a:ea typeface="Calibri"/>
                <a:cs typeface="B Badr" panose="00000400000000000000" pitchFamily="2" charset="-78"/>
              </a:rPr>
              <a:t>‌</a:t>
            </a: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تواند</a:t>
            </a:r>
            <a:r>
              <a:rPr lang="prs-AF" sz="2200" b="1" dirty="0">
                <a:latin typeface="Calibri"/>
                <a:ea typeface="Calibri"/>
                <a:cs typeface="B Badr" panose="00000400000000000000" pitchFamily="2" charset="-78"/>
              </a:rPr>
              <a:t> اولویت</a:t>
            </a:r>
            <a:r>
              <a:rPr lang="fa-IR" sz="2200" b="1" dirty="0">
                <a:latin typeface="Calibri"/>
                <a:ea typeface="Calibri"/>
                <a:cs typeface="B Badr" panose="00000400000000000000" pitchFamily="2" charset="-78"/>
              </a:rPr>
              <a:t>‌</a:t>
            </a:r>
            <a:r>
              <a:rPr lang="prs-AF" sz="2200" b="1" dirty="0">
                <a:latin typeface="Calibri"/>
                <a:ea typeface="Calibri"/>
                <a:cs typeface="B Badr" panose="00000400000000000000" pitchFamily="2" charset="-78"/>
              </a:rPr>
              <a:t>های زراعت</a:t>
            </a: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 را از میان محصولات منتوع </a:t>
            </a:r>
            <a:r>
              <a:rPr lang="prs-AF" sz="2200" b="1" dirty="0">
                <a:latin typeface="Calibri"/>
                <a:ea typeface="Calibri"/>
                <a:cs typeface="B Badr" panose="00000400000000000000" pitchFamily="2" charset="-78"/>
              </a:rPr>
              <a:t>مشخص</a:t>
            </a: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 کند </a:t>
            </a:r>
            <a:endParaRPr lang="fa-IR" sz="2200" dirty="0">
              <a:latin typeface="Calibri"/>
              <a:ea typeface="Calibri"/>
              <a:cs typeface="B Badr" panose="00000400000000000000" pitchFamily="2" charset="-78"/>
            </a:endParaRPr>
          </a:p>
          <a:p>
            <a:pPr marL="0" lvl="0" indent="0" eaLnBrk="1" fontAlgn="auto" hangingPunct="1">
              <a:lnSpc>
                <a:spcPct val="150000"/>
              </a:lnSpc>
              <a:spcAft>
                <a:spcPts val="0"/>
              </a:spcAft>
              <a:buClrTx/>
              <a:buNone/>
            </a:pPr>
            <a:r>
              <a:rPr lang="prs-AF" sz="2200" dirty="0">
                <a:latin typeface="Calibri"/>
                <a:ea typeface="Calibri"/>
                <a:cs typeface="B Badr" panose="00000400000000000000" pitchFamily="2" charset="-78"/>
              </a:rPr>
              <a:t>همواره این سوال مطرح است که آیا افزایش تولید محصولات زراعت میتواند همگام با افزایش جمعیت پاسخگوی تقاضا جامعه باشد؟</a:t>
            </a:r>
            <a:endParaRPr lang="en-US" sz="2200" dirty="0">
              <a:latin typeface="Calibri"/>
              <a:ea typeface="Calibri"/>
              <a:cs typeface="B Badr" panose="00000400000000000000" pitchFamily="2" charset="-78"/>
            </a:endParaRPr>
          </a:p>
          <a:p>
            <a:pPr marL="0" indent="0" algn="just"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8258691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7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19649470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8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152284778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9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076554497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10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r>
              <a:rPr lang="fa-IR" sz="2800" dirty="0">
                <a:cs typeface="B Zar" panose="00000400000000000000" pitchFamily="2" charset="-78"/>
              </a:rPr>
              <a:t>تعریف کامل از سیاست</a:t>
            </a: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a-IR" sz="2400" dirty="0">
                <a:cs typeface="B Zar" panose="00000400000000000000" pitchFamily="2" charset="-78"/>
              </a:rPr>
              <a:t>سیاست عبارت از هر نوع تدبیر، تلاش، فعالیت، تعمق، تفکر و اقدام فردی و جمعی در جهت کسب قدرت و به عهده گرفتن اداره امور کشور  به نحوی که جامعه و افراد آن در مسیر تحقق آرمان ها و خواسته های خویش قرار گیرند.</a:t>
            </a:r>
            <a:endParaRPr lang="en-US" sz="2400" dirty="0">
              <a:cs typeface="B Zar" panose="00000400000000000000" pitchFamily="2" charset="-78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932599801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11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r>
              <a:rPr lang="fa-IR" sz="28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cs typeface="B Badr" panose="00000400000000000000" pitchFamily="2" charset="-78"/>
              </a:rPr>
              <a:t>موضوع علم سیاست</a:t>
            </a:r>
            <a:endParaRPr lang="en-US" sz="2800" dirty="0">
              <a:cs typeface="B Badr" panose="00000400000000000000" pitchFamily="2" charset="-78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471647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  <a:defRPr/>
            </a:pPr>
            <a:r>
              <a:rPr lang="fa-IR" sz="2000" b="1" dirty="0">
                <a:cs typeface="B Zar" panose="00000400000000000000" pitchFamily="2" charset="-78"/>
              </a:rPr>
              <a:t>موضوع علم سیاست</a:t>
            </a:r>
            <a:endParaRPr lang="en-US" sz="2000" dirty="0">
              <a:cs typeface="B Zar" panose="00000400000000000000" pitchFamily="2" charset="-78"/>
            </a:endParaRPr>
          </a:p>
          <a:p>
            <a:pPr marL="577850" indent="-228600" algn="just">
              <a:lnSpc>
                <a:spcPct val="150000"/>
              </a:lnSpc>
              <a:defRPr/>
            </a:pPr>
            <a:r>
              <a:rPr lang="fa-IR" sz="2400" dirty="0">
                <a:cs typeface="B Zar" panose="00000400000000000000" pitchFamily="2" charset="-78"/>
              </a:rPr>
              <a:t>موضوع علم سیاست (دولت، قدرت، قدرت سیاسی) است.</a:t>
            </a:r>
            <a:endParaRPr lang="en-US" sz="2400" dirty="0">
              <a:cs typeface="B Zar" panose="00000400000000000000" pitchFamily="2" charset="-78"/>
            </a:endParaRP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fa-IR" sz="2000" b="1" dirty="0">
                <a:cs typeface="B Zar" panose="00000400000000000000" pitchFamily="2" charset="-78"/>
              </a:rPr>
              <a:t>اقتصاد</a:t>
            </a:r>
            <a:endParaRPr lang="en-US" sz="2000" dirty="0">
              <a:cs typeface="B Zar" panose="00000400000000000000" pitchFamily="2" charset="-78"/>
            </a:endParaRPr>
          </a:p>
          <a:p>
            <a:pPr marL="577850" indent="-295275" algn="just">
              <a:lnSpc>
                <a:spcPct val="150000"/>
              </a:lnSpc>
              <a:defRPr/>
            </a:pPr>
            <a:r>
              <a:rPr lang="fa-IR" sz="2400" dirty="0">
                <a:cs typeface="B Zar" panose="00000400000000000000" pitchFamily="2" charset="-78"/>
              </a:rPr>
              <a:t>بهره برداری متناسب و معقول از منابع کمیاب </a:t>
            </a:r>
          </a:p>
          <a:p>
            <a:pPr marL="577850" indent="-295275" algn="just">
              <a:lnSpc>
                <a:spcPct val="150000"/>
              </a:lnSpc>
              <a:defRPr/>
            </a:pPr>
            <a:r>
              <a:rPr lang="fa-IR" sz="2400" dirty="0">
                <a:cs typeface="B Zar" panose="00000400000000000000" pitchFamily="2" charset="-78"/>
              </a:rPr>
              <a:t>مدیریت منابع طبیعی</a:t>
            </a:r>
            <a:endParaRPr lang="en-US" sz="2400" dirty="0">
              <a:cs typeface="B Zar" panose="00000400000000000000" pitchFamily="2" charset="-78"/>
            </a:endParaRPr>
          </a:p>
          <a:p>
            <a:pPr marL="0" indent="0" algn="just">
              <a:lnSpc>
                <a:spcPct val="150000"/>
              </a:lnSpc>
              <a:buNone/>
              <a:defRPr/>
            </a:pPr>
            <a:r>
              <a:rPr lang="fa-IR" sz="2000" b="1" dirty="0">
                <a:cs typeface="B Zar" panose="00000400000000000000" pitchFamily="2" charset="-78"/>
              </a:rPr>
              <a:t>سیاست اقتصادی</a:t>
            </a:r>
            <a:endParaRPr lang="en-US" sz="2000" dirty="0">
              <a:cs typeface="B Zar" panose="00000400000000000000" pitchFamily="2" charset="-78"/>
            </a:endParaRPr>
          </a:p>
          <a:p>
            <a:pPr marL="577850" indent="-295275" algn="just" eaLnBrk="1" hangingPunct="1">
              <a:lnSpc>
                <a:spcPct val="150000"/>
              </a:lnSpc>
              <a:defRPr/>
            </a:pPr>
            <a:r>
              <a:rPr lang="fa-IR" sz="2400" dirty="0">
                <a:cs typeface="B Zar" panose="00000400000000000000" pitchFamily="2" charset="-78"/>
              </a:rPr>
              <a:t>طریقه ای که دولت یا حزب حاکم در اداره امور اقتصادی کشور در پیش می‌گیرند.</a:t>
            </a:r>
            <a:endParaRPr lang="en-US" sz="2400" dirty="0">
              <a:cs typeface="B Zar" panose="00000400000000000000" pitchFamily="2" charset="-78"/>
            </a:endParaRPr>
          </a:p>
          <a:p>
            <a:pPr marL="577850" indent="-295275" algn="just" eaLnBrk="1" hangingPunct="1">
              <a:lnSpc>
                <a:spcPct val="150000"/>
              </a:lnSpc>
              <a:defRPr/>
            </a:pPr>
            <a:r>
              <a:rPr lang="fa-IR" sz="2400" dirty="0">
                <a:cs typeface="B Zar" panose="00000400000000000000" pitchFamily="2" charset="-78"/>
              </a:rPr>
              <a:t>سیاست اقتصادی یعنی کاربرد تدابیر خاص به منظور وصول به اهدافی خاص.</a:t>
            </a:r>
            <a:endParaRPr lang="en-US" sz="2400" dirty="0">
              <a:cs typeface="B Zar" panose="00000400000000000000" pitchFamily="2" charset="-78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26749088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4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12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r>
              <a:rPr lang="fa-IR" sz="2800" dirty="0">
                <a:cs typeface="B Badr" panose="00000400000000000000" pitchFamily="2" charset="-78"/>
              </a:rPr>
              <a:t>تعریف سیاست زراعتی</a:t>
            </a:r>
            <a:endParaRPr lang="en-US" sz="2800" dirty="0">
              <a:cs typeface="B Badr" panose="00000400000000000000" pitchFamily="2" charset="-78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8" y="1757366"/>
            <a:ext cx="8579224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fa-IR" sz="2400" dirty="0">
                <a:cs typeface="B Badr" panose="00000400000000000000" pitchFamily="2" charset="-78"/>
              </a:rPr>
              <a:t>سیاست زراعتی را می‌توان خط و مشی معینی برای زراعت دانست؛ این خط و مش ممکن است از طرف فرد، موسسه یا دولت باشد.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a-IR" sz="2400" dirty="0">
                <a:cs typeface="B Badr" panose="00000400000000000000" pitchFamily="2" charset="-78"/>
              </a:rPr>
              <a:t>سیاست زراعتی عبارت از کلیه اقدامات و تدابیر است که دولت به منظور تامین زارعین، ارتقا سطح زندگی و تامین امنیت غذایی مصرف کننده‌گان محصولات زراعتی و همچنین جهت رشد و پایدار ماندن سکتور زراعت اتخاذ می‌کند.</a:t>
            </a: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50808428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13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r>
              <a:rPr lang="fa-IR" sz="2800" dirty="0">
                <a:cs typeface="B Badr" panose="00000400000000000000" pitchFamily="2" charset="-78"/>
              </a:rPr>
              <a:t>اهداف سیاست‌های زراعتی</a:t>
            </a:r>
            <a:endParaRPr lang="en-US" sz="2800" dirty="0">
              <a:cs typeface="B Badr" panose="00000400000000000000" pitchFamily="2" charset="-78"/>
            </a:endParaRP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a-IR" sz="2400" dirty="0">
                <a:cs typeface="B Badr" panose="00000400000000000000" pitchFamily="2" charset="-78"/>
              </a:rPr>
              <a:t>گسترش کیفی و کمی تولیدات زراعتی و ایجاد موازنه بین تولید و مصرف این محصولات.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a-IR" sz="2400" dirty="0">
                <a:cs typeface="B Badr" panose="00000400000000000000" pitchFamily="2" charset="-78"/>
              </a:rPr>
              <a:t>حفظ محیط زیست و منابع طبیعی.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a-IR" sz="2400" u="sng" dirty="0">
                <a:cs typeface="B Badr" panose="00000400000000000000" pitchFamily="2" charset="-78"/>
              </a:rPr>
              <a:t>نقطه: سیاست‌های که از راه‌های مختلف به منظور جلوگیری از ضرر و زیان زارعین و مصرف کننده‌گان اتخاذ می‌شود، سیاست‌های موازنه‌ای نامیده می‌شود.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a-IR" sz="2400" dirty="0">
                <a:cs typeface="B Badr" panose="00000400000000000000" pitchFamily="2" charset="-78"/>
              </a:rPr>
              <a:t> با اتخاذ سیاست‌های موازنه‌ای دولت کوشش می‌کند از طرفی با تثبیت قیمت محصولات زراعتی ویا پرداخت مستقیم به دهاقیق بین آنچه زارعین دریافت می‌کند و آنچه را که باید برای رفع نیازمندی‌های خود بپردازد هماهنگی ایجاد شود.</a:t>
            </a: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077128136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14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r>
              <a:rPr lang="fa-IR" sz="2800" dirty="0"/>
              <a:t>انواع سیاست‌های موازنه‌ای</a:t>
            </a: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SzPct val="83000"/>
              <a:buFont typeface="Wingdings" panose="05000000000000000000" pitchFamily="2" charset="2"/>
              <a:buChar char="q"/>
            </a:pPr>
            <a:r>
              <a:rPr lang="fa-IR" sz="2400" dirty="0">
                <a:cs typeface="B Badr" panose="00000400000000000000" pitchFamily="2" charset="-78"/>
              </a:rPr>
              <a:t>سیاست تنظیم تولید</a:t>
            </a:r>
          </a:p>
          <a:p>
            <a:pPr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SzPct val="83000"/>
              <a:buFont typeface="Wingdings" panose="05000000000000000000" pitchFamily="2" charset="2"/>
              <a:buChar char="q"/>
            </a:pPr>
            <a:r>
              <a:rPr lang="fa-IR" sz="2400" dirty="0">
                <a:cs typeface="B Badr" panose="00000400000000000000" pitchFamily="2" charset="-78"/>
              </a:rPr>
              <a:t>سیاست تنظیم تقاضا</a:t>
            </a:r>
          </a:p>
          <a:p>
            <a:pPr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SzPct val="83000"/>
              <a:buFont typeface="Wingdings" panose="05000000000000000000" pitchFamily="2" charset="2"/>
              <a:buChar char="q"/>
            </a:pPr>
            <a:r>
              <a:rPr lang="fa-IR" sz="2400" dirty="0">
                <a:cs typeface="B Badr" panose="00000400000000000000" pitchFamily="2" charset="-78"/>
              </a:rPr>
              <a:t>سیاست تعیین قیمت</a:t>
            </a:r>
          </a:p>
          <a:p>
            <a:pPr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SzPct val="83000"/>
              <a:buFont typeface="Wingdings" panose="05000000000000000000" pitchFamily="2" charset="2"/>
              <a:buChar char="q"/>
            </a:pPr>
            <a:r>
              <a:rPr lang="fa-IR" sz="2400" dirty="0">
                <a:cs typeface="B Badr" panose="00000400000000000000" pitchFamily="2" charset="-78"/>
              </a:rPr>
              <a:t>سیاست پرداخت مستقیم و تضمین حداقل قیمت‌ها</a:t>
            </a:r>
          </a:p>
          <a:p>
            <a:pPr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SzPct val="83000"/>
              <a:buFont typeface="Wingdings" panose="05000000000000000000" pitchFamily="2" charset="2"/>
              <a:buChar char="q"/>
            </a:pPr>
            <a:r>
              <a:rPr lang="fa-IR" sz="2400" dirty="0">
                <a:cs typeface="B Badr" panose="00000400000000000000" pitchFamily="2" charset="-78"/>
              </a:rPr>
              <a:t>سیاست استفاده از امکانات وارداتی و صادراتی</a:t>
            </a:r>
          </a:p>
          <a:p>
            <a:pPr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SzPct val="83000"/>
              <a:buFont typeface="Wingdings" panose="05000000000000000000" pitchFamily="2" charset="2"/>
              <a:buChar char="q"/>
            </a:pPr>
            <a:r>
              <a:rPr lang="fa-IR" sz="2400" dirty="0">
                <a:cs typeface="B Badr" panose="00000400000000000000" pitchFamily="2" charset="-78"/>
              </a:rPr>
              <a:t>سیاست ایجاد اشتغال در بخش غیر زراعتی جهت جذب زاعین اضافی</a:t>
            </a:r>
          </a:p>
          <a:p>
            <a:pPr algn="just">
              <a:lnSpc>
                <a:spcPct val="150000"/>
              </a:lnSpc>
              <a:buClr>
                <a:schemeClr val="tx1">
                  <a:lumMod val="85000"/>
                </a:schemeClr>
              </a:buClr>
              <a:buSzPct val="83000"/>
              <a:buFont typeface="Wingdings" panose="05000000000000000000" pitchFamily="2" charset="2"/>
              <a:buChar char="q"/>
            </a:pPr>
            <a:r>
              <a:rPr lang="fa-IR" sz="2400" dirty="0">
                <a:cs typeface="B Badr" panose="00000400000000000000" pitchFamily="2" charset="-78"/>
              </a:rPr>
              <a:t>سیاست تشویق زارعین به متحد شدن و تشکیل سازمان‌های تعاونی</a:t>
            </a: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6582726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15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302256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16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023603041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17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721721371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18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15370893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19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731312191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20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05460943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21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80398453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22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206297589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23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27522377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24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56267535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25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79717095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26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91428013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27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37022705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28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000971043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29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316708278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30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219145391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31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103934368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32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499146960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33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85675009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34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514430668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35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405937043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36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58579950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37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67412966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38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01467190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39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612535106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40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662815318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41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8000860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4ED382-C609-4669-8377-7F98FE7144A3}" type="slidenum">
              <a:rPr lang="ar-SA">
                <a:solidFill>
                  <a:srgbClr val="DDDDDD"/>
                </a:solidFill>
              </a:rPr>
              <a:pPr>
                <a:defRPr/>
              </a:pPr>
              <a:t>42</a:t>
            </a:fld>
            <a:endParaRPr lang="en-US">
              <a:solidFill>
                <a:srgbClr val="DDDDDD"/>
              </a:solidFill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80882" y="538164"/>
            <a:ext cx="5239310" cy="754062"/>
          </a:xfrm>
        </p:spPr>
        <p:txBody>
          <a:bodyPr/>
          <a:lstStyle/>
          <a:p>
            <a:pPr algn="r" eaLnBrk="1" hangingPunct="1">
              <a:lnSpc>
                <a:spcPct val="100000"/>
              </a:lnSpc>
            </a:pPr>
            <a:endParaRPr lang="en-US" sz="2800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42047" y="1757366"/>
            <a:ext cx="8646459" cy="458964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cs typeface="B Badr" panose="00000400000000000000" pitchFamily="2" charset="-78"/>
            </a:endParaRPr>
          </a:p>
        </p:txBody>
      </p:sp>
      <p:sp>
        <p:nvSpPr>
          <p:cNvPr id="30725" name="Rectangle 1"/>
          <p:cNvSpPr>
            <a:spLocks noChangeArrowheads="1"/>
          </p:cNvSpPr>
          <p:nvPr/>
        </p:nvSpPr>
        <p:spPr bwMode="auto">
          <a:xfrm>
            <a:off x="1524000" y="304800"/>
            <a:ext cx="457200" cy="128195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30726" name="Rectangle 2"/>
          <p:cNvSpPr>
            <a:spLocks noChangeArrowheads="1"/>
          </p:cNvSpPr>
          <p:nvPr/>
        </p:nvSpPr>
        <p:spPr bwMode="auto">
          <a:xfrm>
            <a:off x="7294567" y="1340224"/>
            <a:ext cx="1849437" cy="357188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cs typeface="B Nazanin" panose="00000400000000000000" pitchFamily="2" charset="-7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 bwMode="auto">
          <a:xfrm>
            <a:off x="3733800" y="1528483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728" name="Straight Connector 10"/>
          <p:cNvCxnSpPr>
            <a:cxnSpLocks noChangeShapeType="1"/>
          </p:cNvCxnSpPr>
          <p:nvPr/>
        </p:nvCxnSpPr>
        <p:spPr bwMode="auto">
          <a:xfrm>
            <a:off x="1524000" y="3048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Connector 11"/>
          <p:cNvCxnSpPr/>
          <p:nvPr/>
        </p:nvCxnSpPr>
        <p:spPr bwMode="auto">
          <a:xfrm>
            <a:off x="3733800" y="1465730"/>
            <a:ext cx="541020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30" name="Straight Connector 12"/>
          <p:cNvCxnSpPr>
            <a:cxnSpLocks noChangeShapeType="1"/>
          </p:cNvCxnSpPr>
          <p:nvPr/>
        </p:nvCxnSpPr>
        <p:spPr bwMode="auto">
          <a:xfrm>
            <a:off x="1524000" y="381000"/>
            <a:ext cx="54102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7826187" y="13447"/>
            <a:ext cx="1317813" cy="1290918"/>
          </a:xfrm>
          <a:prstGeom prst="ellipse">
            <a:avLst/>
          </a:prstGeom>
          <a:blipFill>
            <a:blip r:embed="rId4"/>
            <a:tile tx="0" ty="0" sx="100000" sy="100000" flip="none" algn="tl"/>
          </a:blipFill>
          <a:ln w="63500" cap="rnd">
            <a:noFill/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1520598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traight Edge">
  <a:themeElements>
    <a:clrScheme name="Straight Edge 4">
      <a:dk1>
        <a:srgbClr val="5F5F5F"/>
      </a:dk1>
      <a:lt1>
        <a:srgbClr val="FFFFFF"/>
      </a:lt1>
      <a:dk2>
        <a:srgbClr val="003366"/>
      </a:dk2>
      <a:lt2>
        <a:srgbClr val="FFFFFF"/>
      </a:lt2>
      <a:accent1>
        <a:srgbClr val="7E003F"/>
      </a:accent1>
      <a:accent2>
        <a:srgbClr val="DDDDDD"/>
      </a:accent2>
      <a:accent3>
        <a:srgbClr val="AAADB8"/>
      </a:accent3>
      <a:accent4>
        <a:srgbClr val="DADADA"/>
      </a:accent4>
      <a:accent5>
        <a:srgbClr val="C0AAAF"/>
      </a:accent5>
      <a:accent6>
        <a:srgbClr val="C8C8C8"/>
      </a:accent6>
      <a:hlink>
        <a:srgbClr val="969696"/>
      </a:hlink>
      <a:folHlink>
        <a:srgbClr val="DDDDDD"/>
      </a:folHlink>
    </a:clrScheme>
    <a:fontScheme name="Straight Edge">
      <a:majorFont>
        <a:latin typeface="Times New Roman"/>
        <a:ea typeface=""/>
        <a:cs typeface="B Nazanin"/>
      </a:majorFont>
      <a:minorFont>
        <a:latin typeface="Times New Roman"/>
        <a:ea typeface=""/>
        <a:cs typeface="B Nazani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1483</TotalTime>
  <Words>843</Words>
  <Application>Microsoft Office PowerPoint</Application>
  <PresentationFormat>نمایش روی صفحه (4:3)</PresentationFormat>
  <Paragraphs>154</Paragraphs>
  <Slides>42</Slides>
  <Notes>42</Notes>
  <HiddenSlides>0</HiddenSlides>
  <MMClips>0</MMClips>
  <ScaleCrop>false</ScaleCrop>
  <HeadingPairs>
    <vt:vector size="4" baseType="variant">
      <vt:variant>
        <vt:lpstr>طرح زمینه</vt:lpstr>
      </vt:variant>
      <vt:variant>
        <vt:i4>1</vt:i4>
      </vt:variant>
      <vt:variant>
        <vt:lpstr>عنوان های اسلاید</vt:lpstr>
      </vt:variant>
      <vt:variant>
        <vt:i4>42</vt:i4>
      </vt:variant>
    </vt:vector>
  </HeadingPairs>
  <TitlesOfParts>
    <vt:vector size="43" baseType="lpstr">
      <vt:lpstr>Straight Edge</vt:lpstr>
      <vt:lpstr>مقدمه</vt:lpstr>
      <vt:lpstr>ادامه</vt:lpstr>
      <vt:lpstr>فلسفه وجودی سیاست گذاری زراعتی</vt:lpstr>
      <vt:lpstr>ضرورت و اهمیت تعیین سیاست‌های زراعتی</vt:lpstr>
      <vt:lpstr>ادامه</vt:lpstr>
      <vt:lpstr>1- اهمیت غذا و توجه به جمعیت جامعه</vt:lpstr>
      <vt:lpstr>ارائه PowerPoint</vt:lpstr>
      <vt:lpstr>ارائه PowerPoint</vt:lpstr>
      <vt:lpstr>ارائه PowerPoint</vt:lpstr>
      <vt:lpstr>تعریف کامل از سیاست</vt:lpstr>
      <vt:lpstr>موضوع علم سیاست</vt:lpstr>
      <vt:lpstr>تعریف سیاست زراعتی</vt:lpstr>
      <vt:lpstr>اهداف سیاست‌های زراعتی</vt:lpstr>
      <vt:lpstr>انواع سیاست‌های موازنه‌ای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  <vt:lpstr>ارائه PowerPoint</vt:lpstr>
    </vt:vector>
  </TitlesOfParts>
  <Company>Moorche 30 DVDs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MRT www.Win2Farsi.com</dc:creator>
  <cp:lastModifiedBy>93791808814</cp:lastModifiedBy>
  <cp:revision>563</cp:revision>
  <dcterms:created xsi:type="dcterms:W3CDTF">2021-07-17T13:34:43Z</dcterms:created>
  <dcterms:modified xsi:type="dcterms:W3CDTF">2023-08-23T19:04:04Z</dcterms:modified>
</cp:coreProperties>
</file>